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0"/>
  </p:notesMasterIdLst>
  <p:sldIdLst>
    <p:sldId id="256" r:id="rId2"/>
    <p:sldId id="257" r:id="rId3"/>
    <p:sldId id="289" r:id="rId4"/>
    <p:sldId id="258" r:id="rId5"/>
    <p:sldId id="291" r:id="rId6"/>
    <p:sldId id="260" r:id="rId7"/>
    <p:sldId id="277" r:id="rId8"/>
    <p:sldId id="290" r:id="rId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Fira Sans Extra Condensed" panose="020F0502020204030204" pitchFamily="34" charset="0"/>
      <p:regular r:id="rId15"/>
      <p:bold r:id="rId16"/>
      <p:italic r:id="rId17"/>
      <p:boldItalic r:id="rId18"/>
    </p:embeddedFont>
    <p:embeddedFont>
      <p:font typeface="Fira Sans Extra Condensed SemiBold" panose="020B060402020202020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A817"/>
    <a:srgbClr val="F77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F82199-B45D-49ED-AB2A-0222348CB1A5}">
  <a:tblStyle styleId="{CAF82199-B45D-49ED-AB2A-0222348CB1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a3fb9f80e_0_3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a3fb9f80e_0_3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586d0a1bf_0_5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586d0a1bf_0_5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e95756fc32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e95756fc32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e95756fc32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e95756fc32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e6effc117e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e6effc117e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412025" y="1012843"/>
            <a:ext cx="3885600" cy="27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412025" y="3790157"/>
            <a:ext cx="38856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title"/>
          </p:nvPr>
        </p:nvSpPr>
        <p:spPr>
          <a:xfrm>
            <a:off x="1282274" y="296977"/>
            <a:ext cx="6579300" cy="48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1282274" y="296977"/>
            <a:ext cx="6579300" cy="48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8869680" y="4869180"/>
            <a:ext cx="274200" cy="274200"/>
          </a:xfrm>
          <a:prstGeom prst="rect">
            <a:avLst/>
          </a:prstGeom>
          <a:solidFill>
            <a:srgbClr val="999EB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869680" y="48691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1">
  <p:cSld name="Blank 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/>
          <p:nvPr/>
        </p:nvSpPr>
        <p:spPr>
          <a:xfrm>
            <a:off x="8869680" y="4869180"/>
            <a:ext cx="274200" cy="274200"/>
          </a:xfrm>
          <a:prstGeom prst="rect">
            <a:avLst/>
          </a:prstGeom>
          <a:solidFill>
            <a:srgbClr val="999EB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1;p19"/>
          <p:cNvSpPr txBox="1">
            <a:spLocks noGrp="1"/>
          </p:cNvSpPr>
          <p:nvPr>
            <p:ph type="sldNum" idx="12"/>
          </p:nvPr>
        </p:nvSpPr>
        <p:spPr>
          <a:xfrm>
            <a:off x="8869680" y="48691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 txBox="1">
            <a:spLocks noGrp="1"/>
          </p:cNvSpPr>
          <p:nvPr>
            <p:ph type="subTitle" idx="1"/>
          </p:nvPr>
        </p:nvSpPr>
        <p:spPr>
          <a:xfrm flipH="1">
            <a:off x="412025" y="3917158"/>
            <a:ext cx="4159975" cy="707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n-IN" sz="1000" dirty="0"/>
              <a:t>“This project analyses customer churn to identify at-risk customer segments, understand the key drivers of churn, quantify the financial impact, and recommend strategies to improve customer retention."</a:t>
            </a:r>
            <a:endParaRPr lang="en-US" sz="1000" dirty="0"/>
          </a:p>
        </p:txBody>
      </p:sp>
      <p:sp>
        <p:nvSpPr>
          <p:cNvPr id="71" name="Google Shape;71;p22"/>
          <p:cNvSpPr txBox="1">
            <a:spLocks noGrp="1"/>
          </p:cNvSpPr>
          <p:nvPr>
            <p:ph type="ctrTitle"/>
          </p:nvPr>
        </p:nvSpPr>
        <p:spPr>
          <a:xfrm flipH="1">
            <a:off x="412025" y="1012843"/>
            <a:ext cx="3885600" cy="27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Customer</a:t>
            </a:r>
            <a:br>
              <a:rPr lang="en" dirty="0"/>
            </a:br>
            <a:r>
              <a:rPr lang="en-IN" dirty="0"/>
              <a:t>Churn Analysis</a:t>
            </a:r>
            <a:endParaRPr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7FB5204-0A57-C096-5D4A-0E42EF341CCC}"/>
              </a:ext>
            </a:extLst>
          </p:cNvPr>
          <p:cNvSpPr/>
          <p:nvPr/>
        </p:nvSpPr>
        <p:spPr>
          <a:xfrm>
            <a:off x="334536" y="3813709"/>
            <a:ext cx="4519275" cy="914400"/>
          </a:xfrm>
          <a:prstGeom prst="wedgeRoundRectCallout">
            <a:avLst>
              <a:gd name="adj1" fmla="val 45624"/>
              <a:gd name="adj2" fmla="val -89533"/>
              <a:gd name="adj3" fmla="val 16667"/>
            </a:avLst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2" name="Google Shape;72;p22"/>
          <p:cNvGrpSpPr/>
          <p:nvPr/>
        </p:nvGrpSpPr>
        <p:grpSpPr>
          <a:xfrm>
            <a:off x="5153450" y="889138"/>
            <a:ext cx="3580973" cy="3365224"/>
            <a:chOff x="5153450" y="889138"/>
            <a:chExt cx="3580973" cy="3365224"/>
          </a:xfrm>
        </p:grpSpPr>
        <p:sp>
          <p:nvSpPr>
            <p:cNvPr id="73" name="Google Shape;73;p22"/>
            <p:cNvSpPr/>
            <p:nvPr/>
          </p:nvSpPr>
          <p:spPr>
            <a:xfrm>
              <a:off x="5153450" y="889138"/>
              <a:ext cx="3580973" cy="3233105"/>
            </a:xfrm>
            <a:custGeom>
              <a:avLst/>
              <a:gdLst/>
              <a:ahLst/>
              <a:cxnLst/>
              <a:rect l="l" t="t" r="r" b="b"/>
              <a:pathLst>
                <a:path w="102776" h="92792" extrusionOk="0">
                  <a:moveTo>
                    <a:pt x="77837" y="1"/>
                  </a:moveTo>
                  <a:cubicBezTo>
                    <a:pt x="73711" y="1"/>
                    <a:pt x="69572" y="1170"/>
                    <a:pt x="66038" y="3555"/>
                  </a:cubicBezTo>
                  <a:cubicBezTo>
                    <a:pt x="60577" y="7238"/>
                    <a:pt x="56503" y="12486"/>
                    <a:pt x="51806" y="17022"/>
                  </a:cubicBezTo>
                  <a:cubicBezTo>
                    <a:pt x="45384" y="23196"/>
                    <a:pt x="36898" y="25935"/>
                    <a:pt x="28287" y="27394"/>
                  </a:cubicBezTo>
                  <a:cubicBezTo>
                    <a:pt x="20086" y="28782"/>
                    <a:pt x="11938" y="29956"/>
                    <a:pt x="7312" y="37855"/>
                  </a:cubicBezTo>
                  <a:cubicBezTo>
                    <a:pt x="0" y="50308"/>
                    <a:pt x="5337" y="66302"/>
                    <a:pt x="13859" y="76691"/>
                  </a:cubicBezTo>
                  <a:cubicBezTo>
                    <a:pt x="21135" y="85569"/>
                    <a:pt x="31578" y="90319"/>
                    <a:pt x="42662" y="92792"/>
                  </a:cubicBezTo>
                  <a:lnTo>
                    <a:pt x="83064" y="92792"/>
                  </a:lnTo>
                  <a:cubicBezTo>
                    <a:pt x="90856" y="92792"/>
                    <a:pt x="97154" y="87348"/>
                    <a:pt x="100321" y="80552"/>
                  </a:cubicBezTo>
                  <a:cubicBezTo>
                    <a:pt x="101904" y="77136"/>
                    <a:pt x="102776" y="73329"/>
                    <a:pt x="102740" y="69557"/>
                  </a:cubicBezTo>
                  <a:cubicBezTo>
                    <a:pt x="102705" y="64985"/>
                    <a:pt x="99307" y="60431"/>
                    <a:pt x="97350" y="56375"/>
                  </a:cubicBezTo>
                  <a:cubicBezTo>
                    <a:pt x="95126" y="51803"/>
                    <a:pt x="93027" y="46554"/>
                    <a:pt x="93276" y="41235"/>
                  </a:cubicBezTo>
                  <a:cubicBezTo>
                    <a:pt x="93542" y="35115"/>
                    <a:pt x="97456" y="30009"/>
                    <a:pt x="98470" y="24085"/>
                  </a:cubicBezTo>
                  <a:cubicBezTo>
                    <a:pt x="99520" y="18036"/>
                    <a:pt x="97581" y="11507"/>
                    <a:pt x="93542" y="6917"/>
                  </a:cubicBezTo>
                  <a:cubicBezTo>
                    <a:pt x="89506" y="2349"/>
                    <a:pt x="83684" y="1"/>
                    <a:pt x="77837" y="1"/>
                  </a:cubicBezTo>
                  <a:close/>
                </a:path>
              </a:pathLst>
            </a:custGeom>
            <a:solidFill>
              <a:srgbClr val="F7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2"/>
            <p:cNvSpPr/>
            <p:nvPr/>
          </p:nvSpPr>
          <p:spPr>
            <a:xfrm>
              <a:off x="5289199" y="4114850"/>
              <a:ext cx="2869384" cy="35"/>
            </a:xfrm>
            <a:custGeom>
              <a:avLst/>
              <a:gdLst/>
              <a:ahLst/>
              <a:cxnLst/>
              <a:rect l="l" t="t" r="r" b="b"/>
              <a:pathLst>
                <a:path w="82353" h="1" fill="none" extrusionOk="0">
                  <a:moveTo>
                    <a:pt x="0" y="0"/>
                  </a:moveTo>
                  <a:lnTo>
                    <a:pt x="82352" y="0"/>
                  </a:lnTo>
                </a:path>
              </a:pathLst>
            </a:custGeom>
            <a:noFill/>
            <a:ln w="5325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2"/>
            <p:cNvSpPr/>
            <p:nvPr/>
          </p:nvSpPr>
          <p:spPr>
            <a:xfrm>
              <a:off x="6427909" y="2063039"/>
              <a:ext cx="393651" cy="794095"/>
            </a:xfrm>
            <a:custGeom>
              <a:avLst/>
              <a:gdLst/>
              <a:ahLst/>
              <a:cxnLst/>
              <a:rect l="l" t="t" r="r" b="b"/>
              <a:pathLst>
                <a:path w="11298" h="22791" extrusionOk="0">
                  <a:moveTo>
                    <a:pt x="1015" y="1"/>
                  </a:moveTo>
                  <a:lnTo>
                    <a:pt x="1015" y="1"/>
                  </a:lnTo>
                  <a:cubicBezTo>
                    <a:pt x="0" y="4822"/>
                    <a:pt x="890" y="9804"/>
                    <a:pt x="1797" y="14625"/>
                  </a:cubicBezTo>
                  <a:cubicBezTo>
                    <a:pt x="2011" y="15817"/>
                    <a:pt x="2242" y="16991"/>
                    <a:pt x="2456" y="18183"/>
                  </a:cubicBezTo>
                  <a:cubicBezTo>
                    <a:pt x="2616" y="19037"/>
                    <a:pt x="2794" y="19944"/>
                    <a:pt x="3363" y="20620"/>
                  </a:cubicBezTo>
                  <a:cubicBezTo>
                    <a:pt x="4537" y="22043"/>
                    <a:pt x="6903" y="22559"/>
                    <a:pt x="8629" y="22737"/>
                  </a:cubicBezTo>
                  <a:cubicBezTo>
                    <a:pt x="8920" y="22765"/>
                    <a:pt x="9186" y="22791"/>
                    <a:pt x="9426" y="22791"/>
                  </a:cubicBezTo>
                  <a:cubicBezTo>
                    <a:pt x="10095" y="22791"/>
                    <a:pt x="10559" y="22591"/>
                    <a:pt x="10781" y="21687"/>
                  </a:cubicBezTo>
                  <a:cubicBezTo>
                    <a:pt x="11013" y="20727"/>
                    <a:pt x="11297" y="19446"/>
                    <a:pt x="11262" y="18450"/>
                  </a:cubicBezTo>
                  <a:cubicBezTo>
                    <a:pt x="11244" y="17827"/>
                    <a:pt x="11102" y="17222"/>
                    <a:pt x="10959" y="16617"/>
                  </a:cubicBezTo>
                  <a:cubicBezTo>
                    <a:pt x="10355" y="14038"/>
                    <a:pt x="9750" y="11458"/>
                    <a:pt x="9145" y="8878"/>
                  </a:cubicBezTo>
                  <a:cubicBezTo>
                    <a:pt x="8664" y="6868"/>
                    <a:pt x="8095" y="4733"/>
                    <a:pt x="6725" y="3168"/>
                  </a:cubicBezTo>
                  <a:cubicBezTo>
                    <a:pt x="5302" y="1531"/>
                    <a:pt x="3452" y="375"/>
                    <a:pt x="10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2"/>
            <p:cNvSpPr/>
            <p:nvPr/>
          </p:nvSpPr>
          <p:spPr>
            <a:xfrm>
              <a:off x="6536376" y="2681367"/>
              <a:ext cx="601103" cy="255117"/>
            </a:xfrm>
            <a:custGeom>
              <a:avLst/>
              <a:gdLst/>
              <a:ahLst/>
              <a:cxnLst/>
              <a:rect l="l" t="t" r="r" b="b"/>
              <a:pathLst>
                <a:path w="17252" h="7322" extrusionOk="0">
                  <a:moveTo>
                    <a:pt x="3218" y="0"/>
                  </a:moveTo>
                  <a:cubicBezTo>
                    <a:pt x="2517" y="0"/>
                    <a:pt x="1808" y="116"/>
                    <a:pt x="1104" y="348"/>
                  </a:cubicBezTo>
                  <a:cubicBezTo>
                    <a:pt x="961" y="401"/>
                    <a:pt x="801" y="455"/>
                    <a:pt x="677" y="579"/>
                  </a:cubicBezTo>
                  <a:cubicBezTo>
                    <a:pt x="1" y="1255"/>
                    <a:pt x="570" y="3959"/>
                    <a:pt x="1068" y="4582"/>
                  </a:cubicBezTo>
                  <a:cubicBezTo>
                    <a:pt x="2118" y="5863"/>
                    <a:pt x="4591" y="5827"/>
                    <a:pt x="5996" y="5898"/>
                  </a:cubicBezTo>
                  <a:cubicBezTo>
                    <a:pt x="8576" y="6041"/>
                    <a:pt x="10995" y="6254"/>
                    <a:pt x="13522" y="6717"/>
                  </a:cubicBezTo>
                  <a:lnTo>
                    <a:pt x="15443" y="7073"/>
                  </a:lnTo>
                  <a:cubicBezTo>
                    <a:pt x="15819" y="7146"/>
                    <a:pt x="16282" y="7321"/>
                    <a:pt x="16622" y="7321"/>
                  </a:cubicBezTo>
                  <a:cubicBezTo>
                    <a:pt x="17022" y="7321"/>
                    <a:pt x="17252" y="7080"/>
                    <a:pt x="16973" y="6147"/>
                  </a:cubicBezTo>
                  <a:cubicBezTo>
                    <a:pt x="16653" y="5133"/>
                    <a:pt x="15905" y="4351"/>
                    <a:pt x="15052" y="4244"/>
                  </a:cubicBezTo>
                  <a:cubicBezTo>
                    <a:pt x="14941" y="4229"/>
                    <a:pt x="14830" y="4223"/>
                    <a:pt x="14719" y="4223"/>
                  </a:cubicBezTo>
                  <a:cubicBezTo>
                    <a:pt x="14296" y="4223"/>
                    <a:pt x="13871" y="4308"/>
                    <a:pt x="13455" y="4308"/>
                  </a:cubicBezTo>
                  <a:cubicBezTo>
                    <a:pt x="13328" y="4308"/>
                    <a:pt x="13202" y="4300"/>
                    <a:pt x="13077" y="4280"/>
                  </a:cubicBezTo>
                  <a:cubicBezTo>
                    <a:pt x="12703" y="4208"/>
                    <a:pt x="12347" y="4030"/>
                    <a:pt x="12009" y="3835"/>
                  </a:cubicBezTo>
                  <a:cubicBezTo>
                    <a:pt x="10800" y="3177"/>
                    <a:pt x="9572" y="2678"/>
                    <a:pt x="8398" y="1985"/>
                  </a:cubicBezTo>
                  <a:cubicBezTo>
                    <a:pt x="7668" y="1540"/>
                    <a:pt x="6921" y="1059"/>
                    <a:pt x="6156" y="704"/>
                  </a:cubicBezTo>
                  <a:cubicBezTo>
                    <a:pt x="5818" y="544"/>
                    <a:pt x="5480" y="401"/>
                    <a:pt x="5124" y="294"/>
                  </a:cubicBezTo>
                  <a:cubicBezTo>
                    <a:pt x="4502" y="98"/>
                    <a:pt x="3864" y="0"/>
                    <a:pt x="3218" y="0"/>
                  </a:cubicBezTo>
                  <a:close/>
                </a:path>
              </a:pathLst>
            </a:custGeom>
            <a:solidFill>
              <a:srgbClr val="AAC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2"/>
            <p:cNvSpPr/>
            <p:nvPr/>
          </p:nvSpPr>
          <p:spPr>
            <a:xfrm>
              <a:off x="5811742" y="3297847"/>
              <a:ext cx="958343" cy="101705"/>
            </a:xfrm>
            <a:custGeom>
              <a:avLst/>
              <a:gdLst/>
              <a:ahLst/>
              <a:cxnLst/>
              <a:rect l="l" t="t" r="r" b="b"/>
              <a:pathLst>
                <a:path w="27505" h="2919" extrusionOk="0">
                  <a:moveTo>
                    <a:pt x="1460" y="0"/>
                  </a:moveTo>
                  <a:cubicBezTo>
                    <a:pt x="659" y="0"/>
                    <a:pt x="1" y="641"/>
                    <a:pt x="1" y="1459"/>
                  </a:cubicBezTo>
                  <a:cubicBezTo>
                    <a:pt x="1" y="2260"/>
                    <a:pt x="659" y="2918"/>
                    <a:pt x="1460" y="2918"/>
                  </a:cubicBezTo>
                  <a:lnTo>
                    <a:pt x="26046" y="2918"/>
                  </a:lnTo>
                  <a:cubicBezTo>
                    <a:pt x="26847" y="2918"/>
                    <a:pt x="27505" y="2260"/>
                    <a:pt x="27505" y="1459"/>
                  </a:cubicBezTo>
                  <a:cubicBezTo>
                    <a:pt x="27505" y="641"/>
                    <a:pt x="26847" y="0"/>
                    <a:pt x="26046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2"/>
            <p:cNvSpPr/>
            <p:nvPr/>
          </p:nvSpPr>
          <p:spPr>
            <a:xfrm>
              <a:off x="5772091" y="2345095"/>
              <a:ext cx="834373" cy="464311"/>
            </a:xfrm>
            <a:custGeom>
              <a:avLst/>
              <a:gdLst/>
              <a:ahLst/>
              <a:cxnLst/>
              <a:rect l="l" t="t" r="r" b="b"/>
              <a:pathLst>
                <a:path w="23947" h="13326" extrusionOk="0">
                  <a:moveTo>
                    <a:pt x="1299" y="1"/>
                  </a:moveTo>
                  <a:cubicBezTo>
                    <a:pt x="587" y="1"/>
                    <a:pt x="0" y="570"/>
                    <a:pt x="0" y="1299"/>
                  </a:cubicBezTo>
                  <a:lnTo>
                    <a:pt x="0" y="12027"/>
                  </a:lnTo>
                  <a:cubicBezTo>
                    <a:pt x="0" y="12739"/>
                    <a:pt x="587" y="13326"/>
                    <a:pt x="1299" y="13326"/>
                  </a:cubicBezTo>
                  <a:lnTo>
                    <a:pt x="22630" y="13326"/>
                  </a:lnTo>
                  <a:cubicBezTo>
                    <a:pt x="23359" y="13326"/>
                    <a:pt x="23946" y="12756"/>
                    <a:pt x="23946" y="12027"/>
                  </a:cubicBezTo>
                  <a:lnTo>
                    <a:pt x="23946" y="1299"/>
                  </a:lnTo>
                  <a:cubicBezTo>
                    <a:pt x="23946" y="570"/>
                    <a:pt x="23359" y="1"/>
                    <a:pt x="22630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2"/>
            <p:cNvSpPr/>
            <p:nvPr/>
          </p:nvSpPr>
          <p:spPr>
            <a:xfrm>
              <a:off x="5878711" y="2733771"/>
              <a:ext cx="52090" cy="618663"/>
            </a:xfrm>
            <a:custGeom>
              <a:avLst/>
              <a:gdLst/>
              <a:ahLst/>
              <a:cxnLst/>
              <a:rect l="l" t="t" r="r" b="b"/>
              <a:pathLst>
                <a:path w="1495" h="17756" extrusionOk="0">
                  <a:moveTo>
                    <a:pt x="0" y="0"/>
                  </a:moveTo>
                  <a:lnTo>
                    <a:pt x="0" y="17755"/>
                  </a:lnTo>
                  <a:lnTo>
                    <a:pt x="1495" y="17755"/>
                  </a:lnTo>
                  <a:lnTo>
                    <a:pt x="1495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2"/>
            <p:cNvSpPr/>
            <p:nvPr/>
          </p:nvSpPr>
          <p:spPr>
            <a:xfrm>
              <a:off x="6437840" y="2733771"/>
              <a:ext cx="52090" cy="618663"/>
            </a:xfrm>
            <a:custGeom>
              <a:avLst/>
              <a:gdLst/>
              <a:ahLst/>
              <a:cxnLst/>
              <a:rect l="l" t="t" r="r" b="b"/>
              <a:pathLst>
                <a:path w="1495" h="17756" extrusionOk="0">
                  <a:moveTo>
                    <a:pt x="0" y="0"/>
                  </a:moveTo>
                  <a:lnTo>
                    <a:pt x="0" y="17755"/>
                  </a:lnTo>
                  <a:lnTo>
                    <a:pt x="1495" y="17755"/>
                  </a:lnTo>
                  <a:lnTo>
                    <a:pt x="1495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2"/>
            <p:cNvSpPr/>
            <p:nvPr/>
          </p:nvSpPr>
          <p:spPr>
            <a:xfrm>
              <a:off x="6238223" y="3374084"/>
              <a:ext cx="51497" cy="750682"/>
            </a:xfrm>
            <a:custGeom>
              <a:avLst/>
              <a:gdLst/>
              <a:ahLst/>
              <a:cxnLst/>
              <a:rect l="l" t="t" r="r" b="b"/>
              <a:pathLst>
                <a:path w="1478" h="21545" extrusionOk="0">
                  <a:moveTo>
                    <a:pt x="1" y="1"/>
                  </a:moveTo>
                  <a:lnTo>
                    <a:pt x="1" y="21545"/>
                  </a:lnTo>
                  <a:lnTo>
                    <a:pt x="1477" y="21545"/>
                  </a:lnTo>
                  <a:lnTo>
                    <a:pt x="1477" y="1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2"/>
            <p:cNvSpPr/>
            <p:nvPr/>
          </p:nvSpPr>
          <p:spPr>
            <a:xfrm>
              <a:off x="5848955" y="3374084"/>
              <a:ext cx="51462" cy="750682"/>
            </a:xfrm>
            <a:custGeom>
              <a:avLst/>
              <a:gdLst/>
              <a:ahLst/>
              <a:cxnLst/>
              <a:rect l="l" t="t" r="r" b="b"/>
              <a:pathLst>
                <a:path w="1477" h="21545" extrusionOk="0">
                  <a:moveTo>
                    <a:pt x="0" y="1"/>
                  </a:moveTo>
                  <a:lnTo>
                    <a:pt x="0" y="21545"/>
                  </a:lnTo>
                  <a:lnTo>
                    <a:pt x="1477" y="21545"/>
                  </a:lnTo>
                  <a:lnTo>
                    <a:pt x="1477" y="1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2"/>
            <p:cNvSpPr/>
            <p:nvPr/>
          </p:nvSpPr>
          <p:spPr>
            <a:xfrm>
              <a:off x="6678955" y="3374084"/>
              <a:ext cx="52090" cy="750682"/>
            </a:xfrm>
            <a:custGeom>
              <a:avLst/>
              <a:gdLst/>
              <a:ahLst/>
              <a:cxnLst/>
              <a:rect l="l" t="t" r="r" b="b"/>
              <a:pathLst>
                <a:path w="1495" h="21545" extrusionOk="0">
                  <a:moveTo>
                    <a:pt x="1" y="1"/>
                  </a:moveTo>
                  <a:lnTo>
                    <a:pt x="1" y="21545"/>
                  </a:lnTo>
                  <a:lnTo>
                    <a:pt x="1495" y="21545"/>
                  </a:lnTo>
                  <a:lnTo>
                    <a:pt x="1495" y="1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2"/>
            <p:cNvSpPr/>
            <p:nvPr/>
          </p:nvSpPr>
          <p:spPr>
            <a:xfrm>
              <a:off x="6413031" y="3374084"/>
              <a:ext cx="52090" cy="750682"/>
            </a:xfrm>
            <a:custGeom>
              <a:avLst/>
              <a:gdLst/>
              <a:ahLst/>
              <a:cxnLst/>
              <a:rect l="l" t="t" r="r" b="b"/>
              <a:pathLst>
                <a:path w="1495" h="21545" extrusionOk="0">
                  <a:moveTo>
                    <a:pt x="0" y="1"/>
                  </a:moveTo>
                  <a:lnTo>
                    <a:pt x="0" y="21545"/>
                  </a:lnTo>
                  <a:lnTo>
                    <a:pt x="1495" y="21545"/>
                  </a:lnTo>
                  <a:lnTo>
                    <a:pt x="1495" y="1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2"/>
            <p:cNvSpPr/>
            <p:nvPr/>
          </p:nvSpPr>
          <p:spPr>
            <a:xfrm>
              <a:off x="7013066" y="3637534"/>
              <a:ext cx="236197" cy="530895"/>
            </a:xfrm>
            <a:custGeom>
              <a:avLst/>
              <a:gdLst/>
              <a:ahLst/>
              <a:cxnLst/>
              <a:rect l="l" t="t" r="r" b="b"/>
              <a:pathLst>
                <a:path w="6779" h="15237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5943" y="179"/>
                    <a:pt x="5356" y="214"/>
                    <a:pt x="4359" y="356"/>
                  </a:cubicBezTo>
                  <a:cubicBezTo>
                    <a:pt x="2918" y="570"/>
                    <a:pt x="1459" y="730"/>
                    <a:pt x="1" y="855"/>
                  </a:cubicBezTo>
                  <a:cubicBezTo>
                    <a:pt x="392" y="3470"/>
                    <a:pt x="730" y="5782"/>
                    <a:pt x="819" y="6245"/>
                  </a:cubicBezTo>
                  <a:cubicBezTo>
                    <a:pt x="1193" y="8255"/>
                    <a:pt x="997" y="13272"/>
                    <a:pt x="1886" y="15194"/>
                  </a:cubicBezTo>
                  <a:cubicBezTo>
                    <a:pt x="2155" y="15224"/>
                    <a:pt x="2414" y="15237"/>
                    <a:pt x="2669" y="15237"/>
                  </a:cubicBezTo>
                  <a:cubicBezTo>
                    <a:pt x="3443" y="15237"/>
                    <a:pt x="4170" y="15123"/>
                    <a:pt x="4946" y="15069"/>
                  </a:cubicBezTo>
                  <a:cubicBezTo>
                    <a:pt x="5480" y="10034"/>
                    <a:pt x="5925" y="4982"/>
                    <a:pt x="6779" y="1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2"/>
            <p:cNvSpPr/>
            <p:nvPr/>
          </p:nvSpPr>
          <p:spPr>
            <a:xfrm>
              <a:off x="6176864" y="2876279"/>
              <a:ext cx="1110814" cy="1025101"/>
            </a:xfrm>
            <a:custGeom>
              <a:avLst/>
              <a:gdLst/>
              <a:ahLst/>
              <a:cxnLst/>
              <a:rect l="l" t="t" r="r" b="b"/>
              <a:pathLst>
                <a:path w="31881" h="29421" extrusionOk="0">
                  <a:moveTo>
                    <a:pt x="5878" y="1"/>
                  </a:moveTo>
                  <a:cubicBezTo>
                    <a:pt x="4032" y="1"/>
                    <a:pt x="2034" y="513"/>
                    <a:pt x="1263" y="2155"/>
                  </a:cubicBezTo>
                  <a:cubicBezTo>
                    <a:pt x="0" y="4805"/>
                    <a:pt x="2509" y="8346"/>
                    <a:pt x="4519" y="9893"/>
                  </a:cubicBezTo>
                  <a:cubicBezTo>
                    <a:pt x="6618" y="11477"/>
                    <a:pt x="9198" y="12277"/>
                    <a:pt x="11760" y="12847"/>
                  </a:cubicBezTo>
                  <a:cubicBezTo>
                    <a:pt x="15087" y="13564"/>
                    <a:pt x="18488" y="13923"/>
                    <a:pt x="21896" y="13923"/>
                  </a:cubicBezTo>
                  <a:cubicBezTo>
                    <a:pt x="22206" y="13923"/>
                    <a:pt x="22516" y="13920"/>
                    <a:pt x="22825" y="13914"/>
                  </a:cubicBezTo>
                  <a:lnTo>
                    <a:pt x="22825" y="13914"/>
                  </a:lnTo>
                  <a:cubicBezTo>
                    <a:pt x="22701" y="13919"/>
                    <a:pt x="23181" y="25336"/>
                    <a:pt x="23181" y="26261"/>
                  </a:cubicBezTo>
                  <a:cubicBezTo>
                    <a:pt x="23181" y="26670"/>
                    <a:pt x="23199" y="27097"/>
                    <a:pt x="23270" y="27488"/>
                  </a:cubicBezTo>
                  <a:cubicBezTo>
                    <a:pt x="24427" y="28716"/>
                    <a:pt x="26152" y="29338"/>
                    <a:pt x="27825" y="29410"/>
                  </a:cubicBezTo>
                  <a:cubicBezTo>
                    <a:pt x="27957" y="29417"/>
                    <a:pt x="28090" y="29421"/>
                    <a:pt x="28221" y="29421"/>
                  </a:cubicBezTo>
                  <a:cubicBezTo>
                    <a:pt x="29045" y="29421"/>
                    <a:pt x="29851" y="29279"/>
                    <a:pt x="30618" y="29018"/>
                  </a:cubicBezTo>
                  <a:cubicBezTo>
                    <a:pt x="30724" y="27061"/>
                    <a:pt x="30831" y="25104"/>
                    <a:pt x="30956" y="23130"/>
                  </a:cubicBezTo>
                  <a:cubicBezTo>
                    <a:pt x="31134" y="20585"/>
                    <a:pt x="31258" y="18041"/>
                    <a:pt x="31578" y="15497"/>
                  </a:cubicBezTo>
                  <a:cubicBezTo>
                    <a:pt x="31721" y="14359"/>
                    <a:pt x="31881" y="11014"/>
                    <a:pt x="31614" y="8630"/>
                  </a:cubicBezTo>
                  <a:cubicBezTo>
                    <a:pt x="30956" y="6140"/>
                    <a:pt x="29301" y="5446"/>
                    <a:pt x="29301" y="5446"/>
                  </a:cubicBezTo>
                  <a:cubicBezTo>
                    <a:pt x="29301" y="5446"/>
                    <a:pt x="24676" y="3613"/>
                    <a:pt x="21135" y="2848"/>
                  </a:cubicBezTo>
                  <a:cubicBezTo>
                    <a:pt x="16777" y="1888"/>
                    <a:pt x="12347" y="1176"/>
                    <a:pt x="7970" y="215"/>
                  </a:cubicBezTo>
                  <a:cubicBezTo>
                    <a:pt x="7361" y="86"/>
                    <a:pt x="6632" y="1"/>
                    <a:pt x="5878" y="1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2"/>
            <p:cNvSpPr/>
            <p:nvPr/>
          </p:nvSpPr>
          <p:spPr>
            <a:xfrm>
              <a:off x="6176864" y="2876279"/>
              <a:ext cx="795942" cy="485426"/>
            </a:xfrm>
            <a:custGeom>
              <a:avLst/>
              <a:gdLst/>
              <a:ahLst/>
              <a:cxnLst/>
              <a:rect l="l" t="t" r="r" b="b"/>
              <a:pathLst>
                <a:path w="22844" h="13932" extrusionOk="0">
                  <a:moveTo>
                    <a:pt x="5878" y="1"/>
                  </a:moveTo>
                  <a:cubicBezTo>
                    <a:pt x="4032" y="1"/>
                    <a:pt x="2034" y="513"/>
                    <a:pt x="1263" y="2155"/>
                  </a:cubicBezTo>
                  <a:cubicBezTo>
                    <a:pt x="0" y="4805"/>
                    <a:pt x="2509" y="8346"/>
                    <a:pt x="4519" y="9893"/>
                  </a:cubicBezTo>
                  <a:cubicBezTo>
                    <a:pt x="6618" y="11477"/>
                    <a:pt x="9198" y="12277"/>
                    <a:pt x="11760" y="12847"/>
                  </a:cubicBezTo>
                  <a:cubicBezTo>
                    <a:pt x="15087" y="13564"/>
                    <a:pt x="18488" y="13923"/>
                    <a:pt x="21896" y="13923"/>
                  </a:cubicBezTo>
                  <a:cubicBezTo>
                    <a:pt x="22206" y="13923"/>
                    <a:pt x="22516" y="13920"/>
                    <a:pt x="22825" y="13914"/>
                  </a:cubicBezTo>
                  <a:cubicBezTo>
                    <a:pt x="22825" y="13914"/>
                    <a:pt x="22825" y="13914"/>
                    <a:pt x="22825" y="13932"/>
                  </a:cubicBezTo>
                  <a:cubicBezTo>
                    <a:pt x="22825" y="13932"/>
                    <a:pt x="22825" y="13914"/>
                    <a:pt x="22843" y="13914"/>
                  </a:cubicBezTo>
                  <a:cubicBezTo>
                    <a:pt x="22025" y="13114"/>
                    <a:pt x="21260" y="12260"/>
                    <a:pt x="20459" y="11459"/>
                  </a:cubicBezTo>
                  <a:cubicBezTo>
                    <a:pt x="19250" y="10267"/>
                    <a:pt x="18075" y="9022"/>
                    <a:pt x="16883" y="7830"/>
                  </a:cubicBezTo>
                  <a:cubicBezTo>
                    <a:pt x="14517" y="5428"/>
                    <a:pt x="12116" y="3044"/>
                    <a:pt x="9803" y="607"/>
                  </a:cubicBezTo>
                  <a:cubicBezTo>
                    <a:pt x="9198" y="482"/>
                    <a:pt x="8575" y="358"/>
                    <a:pt x="7970" y="215"/>
                  </a:cubicBezTo>
                  <a:cubicBezTo>
                    <a:pt x="7361" y="86"/>
                    <a:pt x="6632" y="1"/>
                    <a:pt x="5878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2"/>
            <p:cNvSpPr/>
            <p:nvPr/>
          </p:nvSpPr>
          <p:spPr>
            <a:xfrm>
              <a:off x="6972787" y="3255687"/>
              <a:ext cx="6237" cy="130834"/>
            </a:xfrm>
            <a:custGeom>
              <a:avLst/>
              <a:gdLst/>
              <a:ahLst/>
              <a:cxnLst/>
              <a:rect l="l" t="t" r="r" b="b"/>
              <a:pathLst>
                <a:path w="179" h="3755" fill="none" extrusionOk="0">
                  <a:moveTo>
                    <a:pt x="0" y="3754"/>
                  </a:moveTo>
                  <a:cubicBezTo>
                    <a:pt x="18" y="2580"/>
                    <a:pt x="178" y="1157"/>
                    <a:pt x="178" y="1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2"/>
            <p:cNvSpPr/>
            <p:nvPr/>
          </p:nvSpPr>
          <p:spPr>
            <a:xfrm>
              <a:off x="6710557" y="2938335"/>
              <a:ext cx="366404" cy="88674"/>
            </a:xfrm>
            <a:custGeom>
              <a:avLst/>
              <a:gdLst/>
              <a:ahLst/>
              <a:cxnLst/>
              <a:rect l="l" t="t" r="r" b="b"/>
              <a:pathLst>
                <a:path w="10516" h="2545" fill="none" extrusionOk="0">
                  <a:moveTo>
                    <a:pt x="10515" y="2544"/>
                  </a:moveTo>
                  <a:cubicBezTo>
                    <a:pt x="7402" y="1548"/>
                    <a:pt x="4573" y="623"/>
                    <a:pt x="1" y="0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2"/>
            <p:cNvSpPr/>
            <p:nvPr/>
          </p:nvSpPr>
          <p:spPr>
            <a:xfrm>
              <a:off x="7060174" y="4216488"/>
              <a:ext cx="347171" cy="37874"/>
            </a:xfrm>
            <a:custGeom>
              <a:avLst/>
              <a:gdLst/>
              <a:ahLst/>
              <a:cxnLst/>
              <a:rect l="l" t="t" r="r" b="b"/>
              <a:pathLst>
                <a:path w="9964" h="1087" extrusionOk="0">
                  <a:moveTo>
                    <a:pt x="1" y="1"/>
                  </a:moveTo>
                  <a:lnTo>
                    <a:pt x="1" y="873"/>
                  </a:lnTo>
                  <a:cubicBezTo>
                    <a:pt x="1" y="997"/>
                    <a:pt x="90" y="1086"/>
                    <a:pt x="196" y="1086"/>
                  </a:cubicBezTo>
                  <a:lnTo>
                    <a:pt x="9963" y="1086"/>
                  </a:lnTo>
                  <a:lnTo>
                    <a:pt x="9963" y="1"/>
                  </a:lnTo>
                  <a:close/>
                </a:path>
              </a:pathLst>
            </a:custGeom>
            <a:solidFill>
              <a:srgbClr val="F3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2"/>
            <p:cNvSpPr/>
            <p:nvPr/>
          </p:nvSpPr>
          <p:spPr>
            <a:xfrm>
              <a:off x="7052125" y="4093143"/>
              <a:ext cx="362048" cy="133307"/>
            </a:xfrm>
            <a:custGeom>
              <a:avLst/>
              <a:gdLst/>
              <a:ahLst/>
              <a:cxnLst/>
              <a:rect l="l" t="t" r="r" b="b"/>
              <a:pathLst>
                <a:path w="10391" h="3826" extrusionOk="0">
                  <a:moveTo>
                    <a:pt x="285" y="1"/>
                  </a:moveTo>
                  <a:lnTo>
                    <a:pt x="285" y="1"/>
                  </a:lnTo>
                  <a:cubicBezTo>
                    <a:pt x="285" y="1"/>
                    <a:pt x="285" y="1"/>
                    <a:pt x="285" y="2"/>
                  </a:cubicBezTo>
                  <a:lnTo>
                    <a:pt x="285" y="2"/>
                  </a:lnTo>
                  <a:cubicBezTo>
                    <a:pt x="285" y="1"/>
                    <a:pt x="285" y="1"/>
                    <a:pt x="285" y="1"/>
                  </a:cubicBezTo>
                  <a:close/>
                  <a:moveTo>
                    <a:pt x="285" y="2"/>
                  </a:moveTo>
                  <a:cubicBezTo>
                    <a:pt x="232" y="926"/>
                    <a:pt x="178" y="1833"/>
                    <a:pt x="125" y="2758"/>
                  </a:cubicBezTo>
                  <a:cubicBezTo>
                    <a:pt x="89" y="3132"/>
                    <a:pt x="0" y="3505"/>
                    <a:pt x="125" y="3825"/>
                  </a:cubicBezTo>
                  <a:lnTo>
                    <a:pt x="10052" y="3825"/>
                  </a:lnTo>
                  <a:cubicBezTo>
                    <a:pt x="10088" y="3790"/>
                    <a:pt x="10123" y="3737"/>
                    <a:pt x="10159" y="3683"/>
                  </a:cubicBezTo>
                  <a:cubicBezTo>
                    <a:pt x="10390" y="3149"/>
                    <a:pt x="10105" y="2509"/>
                    <a:pt x="9643" y="2118"/>
                  </a:cubicBezTo>
                  <a:cubicBezTo>
                    <a:pt x="9180" y="1744"/>
                    <a:pt x="8575" y="1566"/>
                    <a:pt x="7988" y="1406"/>
                  </a:cubicBezTo>
                  <a:cubicBezTo>
                    <a:pt x="6743" y="1050"/>
                    <a:pt x="5533" y="730"/>
                    <a:pt x="4235" y="552"/>
                  </a:cubicBezTo>
                  <a:cubicBezTo>
                    <a:pt x="3897" y="499"/>
                    <a:pt x="284" y="162"/>
                    <a:pt x="285" y="2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2"/>
            <p:cNvSpPr/>
            <p:nvPr/>
          </p:nvSpPr>
          <p:spPr>
            <a:xfrm>
              <a:off x="7090557" y="4054781"/>
              <a:ext cx="131461" cy="92089"/>
            </a:xfrm>
            <a:custGeom>
              <a:avLst/>
              <a:gdLst/>
              <a:ahLst/>
              <a:cxnLst/>
              <a:rect l="l" t="t" r="r" b="b"/>
              <a:pathLst>
                <a:path w="3773" h="2643" extrusionOk="0">
                  <a:moveTo>
                    <a:pt x="1862" y="0"/>
                  </a:moveTo>
                  <a:cubicBezTo>
                    <a:pt x="1490" y="0"/>
                    <a:pt x="1121" y="116"/>
                    <a:pt x="837" y="354"/>
                  </a:cubicBezTo>
                  <a:cubicBezTo>
                    <a:pt x="410" y="781"/>
                    <a:pt x="0" y="1831"/>
                    <a:pt x="445" y="2400"/>
                  </a:cubicBezTo>
                  <a:cubicBezTo>
                    <a:pt x="605" y="2606"/>
                    <a:pt x="846" y="2643"/>
                    <a:pt x="1097" y="2643"/>
                  </a:cubicBezTo>
                  <a:cubicBezTo>
                    <a:pt x="1237" y="2643"/>
                    <a:pt x="1379" y="2632"/>
                    <a:pt x="1513" y="2632"/>
                  </a:cubicBezTo>
                  <a:cubicBezTo>
                    <a:pt x="2082" y="2632"/>
                    <a:pt x="2651" y="2614"/>
                    <a:pt x="3221" y="2614"/>
                  </a:cubicBezTo>
                  <a:cubicBezTo>
                    <a:pt x="3363" y="2614"/>
                    <a:pt x="3505" y="2614"/>
                    <a:pt x="3594" y="2525"/>
                  </a:cubicBezTo>
                  <a:cubicBezTo>
                    <a:pt x="3701" y="2436"/>
                    <a:pt x="3719" y="2293"/>
                    <a:pt x="3736" y="2151"/>
                  </a:cubicBezTo>
                  <a:cubicBezTo>
                    <a:pt x="3772" y="1440"/>
                    <a:pt x="3434" y="692"/>
                    <a:pt x="2847" y="301"/>
                  </a:cubicBezTo>
                  <a:cubicBezTo>
                    <a:pt x="2562" y="103"/>
                    <a:pt x="2211" y="0"/>
                    <a:pt x="1862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2"/>
            <p:cNvSpPr/>
            <p:nvPr/>
          </p:nvSpPr>
          <p:spPr>
            <a:xfrm>
              <a:off x="7223832" y="4119798"/>
              <a:ext cx="27317" cy="18641"/>
            </a:xfrm>
            <a:custGeom>
              <a:avLst/>
              <a:gdLst/>
              <a:ahLst/>
              <a:cxnLst/>
              <a:rect l="l" t="t" r="r" b="b"/>
              <a:pathLst>
                <a:path w="784" h="535" fill="none" extrusionOk="0">
                  <a:moveTo>
                    <a:pt x="783" y="36"/>
                  </a:moveTo>
                  <a:cubicBezTo>
                    <a:pt x="463" y="1"/>
                    <a:pt x="107" y="232"/>
                    <a:pt x="0" y="534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2"/>
            <p:cNvSpPr/>
            <p:nvPr/>
          </p:nvSpPr>
          <p:spPr>
            <a:xfrm>
              <a:off x="7258536" y="4134676"/>
              <a:ext cx="29163" cy="17386"/>
            </a:xfrm>
            <a:custGeom>
              <a:avLst/>
              <a:gdLst/>
              <a:ahLst/>
              <a:cxnLst/>
              <a:rect l="l" t="t" r="r" b="b"/>
              <a:pathLst>
                <a:path w="837" h="499" fill="none" extrusionOk="0">
                  <a:moveTo>
                    <a:pt x="1" y="499"/>
                  </a:moveTo>
                  <a:cubicBezTo>
                    <a:pt x="179" y="196"/>
                    <a:pt x="499" y="18"/>
                    <a:pt x="837" y="0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2"/>
            <p:cNvSpPr/>
            <p:nvPr/>
          </p:nvSpPr>
          <p:spPr>
            <a:xfrm>
              <a:off x="7302543" y="4143979"/>
              <a:ext cx="18641" cy="12439"/>
            </a:xfrm>
            <a:custGeom>
              <a:avLst/>
              <a:gdLst/>
              <a:ahLst/>
              <a:cxnLst/>
              <a:rect l="l" t="t" r="r" b="b"/>
              <a:pathLst>
                <a:path w="535" h="357" fill="none" extrusionOk="0">
                  <a:moveTo>
                    <a:pt x="1" y="356"/>
                  </a:moveTo>
                  <a:cubicBezTo>
                    <a:pt x="90" y="143"/>
                    <a:pt x="303" y="0"/>
                    <a:pt x="534" y="0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2"/>
            <p:cNvSpPr/>
            <p:nvPr/>
          </p:nvSpPr>
          <p:spPr>
            <a:xfrm>
              <a:off x="6539477" y="3573074"/>
              <a:ext cx="236824" cy="535599"/>
            </a:xfrm>
            <a:custGeom>
              <a:avLst/>
              <a:gdLst/>
              <a:ahLst/>
              <a:cxnLst/>
              <a:rect l="l" t="t" r="r" b="b"/>
              <a:pathLst>
                <a:path w="6797" h="15372" extrusionOk="0">
                  <a:moveTo>
                    <a:pt x="6797" y="0"/>
                  </a:moveTo>
                  <a:lnTo>
                    <a:pt x="6797" y="0"/>
                  </a:lnTo>
                  <a:cubicBezTo>
                    <a:pt x="5640" y="303"/>
                    <a:pt x="5053" y="321"/>
                    <a:pt x="3843" y="499"/>
                  </a:cubicBezTo>
                  <a:cubicBezTo>
                    <a:pt x="2580" y="676"/>
                    <a:pt x="1299" y="819"/>
                    <a:pt x="1" y="943"/>
                  </a:cubicBezTo>
                  <a:cubicBezTo>
                    <a:pt x="979" y="5711"/>
                    <a:pt x="1424" y="10568"/>
                    <a:pt x="2207" y="15371"/>
                  </a:cubicBezTo>
                  <a:cubicBezTo>
                    <a:pt x="3269" y="15371"/>
                    <a:pt x="4232" y="15157"/>
                    <a:pt x="5335" y="15157"/>
                  </a:cubicBezTo>
                  <a:cubicBezTo>
                    <a:pt x="5377" y="15157"/>
                    <a:pt x="5420" y="15157"/>
                    <a:pt x="5462" y="15158"/>
                  </a:cubicBezTo>
                  <a:cubicBezTo>
                    <a:pt x="5676" y="13699"/>
                    <a:pt x="6121" y="5071"/>
                    <a:pt x="6797" y="0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2"/>
            <p:cNvSpPr/>
            <p:nvPr/>
          </p:nvSpPr>
          <p:spPr>
            <a:xfrm>
              <a:off x="6067770" y="2850914"/>
              <a:ext cx="767406" cy="1066146"/>
            </a:xfrm>
            <a:custGeom>
              <a:avLst/>
              <a:gdLst/>
              <a:ahLst/>
              <a:cxnLst/>
              <a:rect l="l" t="t" r="r" b="b"/>
              <a:pathLst>
                <a:path w="22025" h="30599" extrusionOk="0">
                  <a:moveTo>
                    <a:pt x="765" y="1"/>
                  </a:moveTo>
                  <a:lnTo>
                    <a:pt x="765" y="1"/>
                  </a:lnTo>
                  <a:cubicBezTo>
                    <a:pt x="0" y="2918"/>
                    <a:pt x="552" y="6334"/>
                    <a:pt x="1673" y="9003"/>
                  </a:cubicBezTo>
                  <a:cubicBezTo>
                    <a:pt x="1673" y="9020"/>
                    <a:pt x="1673" y="9038"/>
                    <a:pt x="1690" y="9038"/>
                  </a:cubicBezTo>
                  <a:cubicBezTo>
                    <a:pt x="2562" y="11137"/>
                    <a:pt x="4572" y="12578"/>
                    <a:pt x="6850" y="12774"/>
                  </a:cubicBezTo>
                  <a:cubicBezTo>
                    <a:pt x="8180" y="12873"/>
                    <a:pt x="9511" y="12927"/>
                    <a:pt x="10833" y="12927"/>
                  </a:cubicBezTo>
                  <a:cubicBezTo>
                    <a:pt x="11172" y="12927"/>
                    <a:pt x="11511" y="12924"/>
                    <a:pt x="11849" y="12916"/>
                  </a:cubicBezTo>
                  <a:lnTo>
                    <a:pt x="11849" y="12916"/>
                  </a:lnTo>
                  <a:cubicBezTo>
                    <a:pt x="11831" y="12917"/>
                    <a:pt x="12792" y="24160"/>
                    <a:pt x="13734" y="28003"/>
                  </a:cubicBezTo>
                  <a:cubicBezTo>
                    <a:pt x="14001" y="29088"/>
                    <a:pt x="14304" y="29746"/>
                    <a:pt x="15371" y="30155"/>
                  </a:cubicBezTo>
                  <a:cubicBezTo>
                    <a:pt x="16096" y="30448"/>
                    <a:pt x="16866" y="30599"/>
                    <a:pt x="17636" y="30599"/>
                  </a:cubicBezTo>
                  <a:cubicBezTo>
                    <a:pt x="17848" y="30599"/>
                    <a:pt x="18060" y="30588"/>
                    <a:pt x="18271" y="30564"/>
                  </a:cubicBezTo>
                  <a:cubicBezTo>
                    <a:pt x="19587" y="30422"/>
                    <a:pt x="20673" y="29461"/>
                    <a:pt x="20673" y="29461"/>
                  </a:cubicBezTo>
                  <a:cubicBezTo>
                    <a:pt x="20673" y="29461"/>
                    <a:pt x="22025" y="9091"/>
                    <a:pt x="20335" y="6476"/>
                  </a:cubicBezTo>
                  <a:cubicBezTo>
                    <a:pt x="18253" y="3292"/>
                    <a:pt x="13699" y="2634"/>
                    <a:pt x="10159" y="1851"/>
                  </a:cubicBezTo>
                  <a:cubicBezTo>
                    <a:pt x="7045" y="1175"/>
                    <a:pt x="3914" y="623"/>
                    <a:pt x="765" y="1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2"/>
            <p:cNvSpPr/>
            <p:nvPr/>
          </p:nvSpPr>
          <p:spPr>
            <a:xfrm>
              <a:off x="6481847" y="3196175"/>
              <a:ext cx="5610" cy="130206"/>
            </a:xfrm>
            <a:custGeom>
              <a:avLst/>
              <a:gdLst/>
              <a:ahLst/>
              <a:cxnLst/>
              <a:rect l="l" t="t" r="r" b="b"/>
              <a:pathLst>
                <a:path w="161" h="3737" fill="none" extrusionOk="0">
                  <a:moveTo>
                    <a:pt x="0" y="3737"/>
                  </a:moveTo>
                  <a:cubicBezTo>
                    <a:pt x="0" y="2580"/>
                    <a:pt x="160" y="1157"/>
                    <a:pt x="160" y="1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6607665" y="4210913"/>
              <a:ext cx="347798" cy="37839"/>
            </a:xfrm>
            <a:custGeom>
              <a:avLst/>
              <a:gdLst/>
              <a:ahLst/>
              <a:cxnLst/>
              <a:rect l="l" t="t" r="r" b="b"/>
              <a:pathLst>
                <a:path w="9982" h="1086" extrusionOk="0">
                  <a:moveTo>
                    <a:pt x="1" y="1"/>
                  </a:moveTo>
                  <a:lnTo>
                    <a:pt x="1" y="890"/>
                  </a:lnTo>
                  <a:cubicBezTo>
                    <a:pt x="1" y="997"/>
                    <a:pt x="90" y="1086"/>
                    <a:pt x="196" y="1086"/>
                  </a:cubicBezTo>
                  <a:lnTo>
                    <a:pt x="9981" y="1086"/>
                  </a:lnTo>
                  <a:lnTo>
                    <a:pt x="9981" y="1"/>
                  </a:lnTo>
                  <a:close/>
                </a:path>
              </a:pathLst>
            </a:custGeom>
            <a:solidFill>
              <a:srgbClr val="F3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2"/>
            <p:cNvSpPr/>
            <p:nvPr/>
          </p:nvSpPr>
          <p:spPr>
            <a:xfrm>
              <a:off x="6599617" y="4087568"/>
              <a:ext cx="362048" cy="133935"/>
            </a:xfrm>
            <a:custGeom>
              <a:avLst/>
              <a:gdLst/>
              <a:ahLst/>
              <a:cxnLst/>
              <a:rect l="l" t="t" r="r" b="b"/>
              <a:pathLst>
                <a:path w="10391" h="3844" extrusionOk="0">
                  <a:moveTo>
                    <a:pt x="285" y="0"/>
                  </a:moveTo>
                  <a:cubicBezTo>
                    <a:pt x="232" y="926"/>
                    <a:pt x="178" y="1833"/>
                    <a:pt x="125" y="2758"/>
                  </a:cubicBezTo>
                  <a:cubicBezTo>
                    <a:pt x="107" y="3132"/>
                    <a:pt x="0" y="3505"/>
                    <a:pt x="125" y="3843"/>
                  </a:cubicBezTo>
                  <a:lnTo>
                    <a:pt x="10070" y="3843"/>
                  </a:lnTo>
                  <a:cubicBezTo>
                    <a:pt x="10105" y="3790"/>
                    <a:pt x="10123" y="3736"/>
                    <a:pt x="10159" y="3683"/>
                  </a:cubicBezTo>
                  <a:cubicBezTo>
                    <a:pt x="10390" y="3149"/>
                    <a:pt x="10105" y="2509"/>
                    <a:pt x="9643" y="2135"/>
                  </a:cubicBezTo>
                  <a:cubicBezTo>
                    <a:pt x="9180" y="1744"/>
                    <a:pt x="8575" y="1584"/>
                    <a:pt x="7988" y="1406"/>
                  </a:cubicBezTo>
                  <a:cubicBezTo>
                    <a:pt x="6743" y="1068"/>
                    <a:pt x="5533" y="730"/>
                    <a:pt x="4252" y="552"/>
                  </a:cubicBezTo>
                  <a:cubicBezTo>
                    <a:pt x="3914" y="499"/>
                    <a:pt x="285" y="178"/>
                    <a:pt x="285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2"/>
            <p:cNvSpPr/>
            <p:nvPr/>
          </p:nvSpPr>
          <p:spPr>
            <a:xfrm>
              <a:off x="6638676" y="4049206"/>
              <a:ext cx="130799" cy="92367"/>
            </a:xfrm>
            <a:custGeom>
              <a:avLst/>
              <a:gdLst/>
              <a:ahLst/>
              <a:cxnLst/>
              <a:rect l="l" t="t" r="r" b="b"/>
              <a:pathLst>
                <a:path w="3754" h="2651" extrusionOk="0">
                  <a:moveTo>
                    <a:pt x="1852" y="0"/>
                  </a:moveTo>
                  <a:cubicBezTo>
                    <a:pt x="1485" y="0"/>
                    <a:pt x="1121" y="116"/>
                    <a:pt x="836" y="354"/>
                  </a:cubicBezTo>
                  <a:cubicBezTo>
                    <a:pt x="409" y="781"/>
                    <a:pt x="0" y="1849"/>
                    <a:pt x="427" y="2400"/>
                  </a:cubicBezTo>
                  <a:cubicBezTo>
                    <a:pt x="588" y="2607"/>
                    <a:pt x="839" y="2651"/>
                    <a:pt x="1092" y="2651"/>
                  </a:cubicBezTo>
                  <a:cubicBezTo>
                    <a:pt x="1230" y="2651"/>
                    <a:pt x="1369" y="2638"/>
                    <a:pt x="1495" y="2631"/>
                  </a:cubicBezTo>
                  <a:cubicBezTo>
                    <a:pt x="2064" y="2631"/>
                    <a:pt x="2633" y="2631"/>
                    <a:pt x="3202" y="2614"/>
                  </a:cubicBezTo>
                  <a:cubicBezTo>
                    <a:pt x="3345" y="2614"/>
                    <a:pt x="3487" y="2614"/>
                    <a:pt x="3594" y="2525"/>
                  </a:cubicBezTo>
                  <a:cubicBezTo>
                    <a:pt x="3683" y="2436"/>
                    <a:pt x="3718" y="2293"/>
                    <a:pt x="3718" y="2151"/>
                  </a:cubicBezTo>
                  <a:cubicBezTo>
                    <a:pt x="3754" y="1439"/>
                    <a:pt x="3434" y="692"/>
                    <a:pt x="2829" y="301"/>
                  </a:cubicBezTo>
                  <a:cubicBezTo>
                    <a:pt x="2544" y="103"/>
                    <a:pt x="2197" y="0"/>
                    <a:pt x="1852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2"/>
            <p:cNvSpPr/>
            <p:nvPr/>
          </p:nvSpPr>
          <p:spPr>
            <a:xfrm>
              <a:off x="6771324" y="4114850"/>
              <a:ext cx="27909" cy="18606"/>
            </a:xfrm>
            <a:custGeom>
              <a:avLst/>
              <a:gdLst/>
              <a:ahLst/>
              <a:cxnLst/>
              <a:rect l="l" t="t" r="r" b="b"/>
              <a:pathLst>
                <a:path w="801" h="534" fill="none" extrusionOk="0">
                  <a:moveTo>
                    <a:pt x="801" y="36"/>
                  </a:moveTo>
                  <a:cubicBezTo>
                    <a:pt x="463" y="0"/>
                    <a:pt x="107" y="214"/>
                    <a:pt x="0" y="534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2"/>
            <p:cNvSpPr/>
            <p:nvPr/>
          </p:nvSpPr>
          <p:spPr>
            <a:xfrm>
              <a:off x="6806028" y="4129728"/>
              <a:ext cx="29790" cy="16759"/>
            </a:xfrm>
            <a:custGeom>
              <a:avLst/>
              <a:gdLst/>
              <a:ahLst/>
              <a:cxnLst/>
              <a:rect l="l" t="t" r="r" b="b"/>
              <a:pathLst>
                <a:path w="855" h="481" fill="none" extrusionOk="0">
                  <a:moveTo>
                    <a:pt x="1" y="481"/>
                  </a:moveTo>
                  <a:cubicBezTo>
                    <a:pt x="179" y="178"/>
                    <a:pt x="517" y="0"/>
                    <a:pt x="855" y="0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2"/>
            <p:cNvSpPr/>
            <p:nvPr/>
          </p:nvSpPr>
          <p:spPr>
            <a:xfrm>
              <a:off x="6850035" y="4138404"/>
              <a:ext cx="18641" cy="12439"/>
            </a:xfrm>
            <a:custGeom>
              <a:avLst/>
              <a:gdLst/>
              <a:ahLst/>
              <a:cxnLst/>
              <a:rect l="l" t="t" r="r" b="b"/>
              <a:pathLst>
                <a:path w="535" h="357" fill="none" extrusionOk="0">
                  <a:moveTo>
                    <a:pt x="1" y="356"/>
                  </a:moveTo>
                  <a:cubicBezTo>
                    <a:pt x="90" y="160"/>
                    <a:pt x="303" y="0"/>
                    <a:pt x="534" y="0"/>
                  </a:cubicBezTo>
                </a:path>
              </a:pathLst>
            </a:custGeom>
            <a:noFill/>
            <a:ln w="4000" cap="rnd" cmpd="sng">
              <a:solidFill>
                <a:srgbClr val="F3D5D5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2"/>
            <p:cNvSpPr/>
            <p:nvPr/>
          </p:nvSpPr>
          <p:spPr>
            <a:xfrm>
              <a:off x="6023136" y="2048545"/>
              <a:ext cx="655213" cy="988970"/>
            </a:xfrm>
            <a:custGeom>
              <a:avLst/>
              <a:gdLst/>
              <a:ahLst/>
              <a:cxnLst/>
              <a:rect l="l" t="t" r="r" b="b"/>
              <a:pathLst>
                <a:path w="18805" h="28384" extrusionOk="0">
                  <a:moveTo>
                    <a:pt x="10189" y="1"/>
                  </a:moveTo>
                  <a:cubicBezTo>
                    <a:pt x="9936" y="1"/>
                    <a:pt x="9683" y="18"/>
                    <a:pt x="9429" y="61"/>
                  </a:cubicBezTo>
                  <a:cubicBezTo>
                    <a:pt x="8664" y="204"/>
                    <a:pt x="7970" y="559"/>
                    <a:pt x="7312" y="951"/>
                  </a:cubicBezTo>
                  <a:cubicBezTo>
                    <a:pt x="3790" y="3068"/>
                    <a:pt x="3363" y="6484"/>
                    <a:pt x="2313" y="10131"/>
                  </a:cubicBezTo>
                  <a:cubicBezTo>
                    <a:pt x="1779" y="11963"/>
                    <a:pt x="943" y="13706"/>
                    <a:pt x="409" y="15539"/>
                  </a:cubicBezTo>
                  <a:cubicBezTo>
                    <a:pt x="125" y="16553"/>
                    <a:pt x="0" y="17620"/>
                    <a:pt x="18" y="18688"/>
                  </a:cubicBezTo>
                  <a:cubicBezTo>
                    <a:pt x="54" y="19648"/>
                    <a:pt x="409" y="20502"/>
                    <a:pt x="587" y="21445"/>
                  </a:cubicBezTo>
                  <a:cubicBezTo>
                    <a:pt x="943" y="23295"/>
                    <a:pt x="1281" y="25128"/>
                    <a:pt x="1637" y="26978"/>
                  </a:cubicBezTo>
                  <a:cubicBezTo>
                    <a:pt x="1726" y="27441"/>
                    <a:pt x="1815" y="27903"/>
                    <a:pt x="1886" y="28383"/>
                  </a:cubicBezTo>
                  <a:cubicBezTo>
                    <a:pt x="3029" y="27781"/>
                    <a:pt x="4331" y="27692"/>
                    <a:pt x="5643" y="27692"/>
                  </a:cubicBezTo>
                  <a:cubicBezTo>
                    <a:pt x="6189" y="27692"/>
                    <a:pt x="6738" y="27707"/>
                    <a:pt x="7277" y="27707"/>
                  </a:cubicBezTo>
                  <a:cubicBezTo>
                    <a:pt x="11279" y="27690"/>
                    <a:pt x="15265" y="26693"/>
                    <a:pt x="18805" y="24825"/>
                  </a:cubicBezTo>
                  <a:cubicBezTo>
                    <a:pt x="18591" y="23829"/>
                    <a:pt x="18378" y="22868"/>
                    <a:pt x="18360" y="21872"/>
                  </a:cubicBezTo>
                  <a:cubicBezTo>
                    <a:pt x="18360" y="20858"/>
                    <a:pt x="17933" y="19862"/>
                    <a:pt x="17933" y="18848"/>
                  </a:cubicBezTo>
                  <a:cubicBezTo>
                    <a:pt x="17880" y="17460"/>
                    <a:pt x="17933" y="16090"/>
                    <a:pt x="17986" y="14703"/>
                  </a:cubicBezTo>
                  <a:cubicBezTo>
                    <a:pt x="18129" y="12087"/>
                    <a:pt x="18289" y="9455"/>
                    <a:pt x="17809" y="6893"/>
                  </a:cubicBezTo>
                  <a:cubicBezTo>
                    <a:pt x="17488" y="5220"/>
                    <a:pt x="16866" y="3584"/>
                    <a:pt x="15852" y="2214"/>
                  </a:cubicBezTo>
                  <a:cubicBezTo>
                    <a:pt x="15389" y="1573"/>
                    <a:pt x="14749" y="773"/>
                    <a:pt x="14037" y="399"/>
                  </a:cubicBezTo>
                  <a:cubicBezTo>
                    <a:pt x="13272" y="26"/>
                    <a:pt x="12151" y="150"/>
                    <a:pt x="11297" y="79"/>
                  </a:cubicBezTo>
                  <a:cubicBezTo>
                    <a:pt x="10928" y="37"/>
                    <a:pt x="10559" y="1"/>
                    <a:pt x="101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2"/>
            <p:cNvSpPr/>
            <p:nvPr/>
          </p:nvSpPr>
          <p:spPr>
            <a:xfrm>
              <a:off x="6426655" y="2159137"/>
              <a:ext cx="125259" cy="37839"/>
            </a:xfrm>
            <a:custGeom>
              <a:avLst/>
              <a:gdLst/>
              <a:ahLst/>
              <a:cxnLst/>
              <a:rect l="l" t="t" r="r" b="b"/>
              <a:pathLst>
                <a:path w="3595" h="1086" fill="none" extrusionOk="0">
                  <a:moveTo>
                    <a:pt x="1" y="250"/>
                  </a:moveTo>
                  <a:cubicBezTo>
                    <a:pt x="659" y="801"/>
                    <a:pt x="1531" y="1086"/>
                    <a:pt x="2385" y="1050"/>
                  </a:cubicBezTo>
                  <a:cubicBezTo>
                    <a:pt x="2669" y="1015"/>
                    <a:pt x="2972" y="961"/>
                    <a:pt x="3221" y="783"/>
                  </a:cubicBezTo>
                  <a:cubicBezTo>
                    <a:pt x="3452" y="605"/>
                    <a:pt x="3595" y="267"/>
                    <a:pt x="3488" y="1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2"/>
            <p:cNvSpPr/>
            <p:nvPr/>
          </p:nvSpPr>
          <p:spPr>
            <a:xfrm>
              <a:off x="6398780" y="2434990"/>
              <a:ext cx="181634" cy="191564"/>
            </a:xfrm>
            <a:custGeom>
              <a:avLst/>
              <a:gdLst/>
              <a:ahLst/>
              <a:cxnLst/>
              <a:rect l="l" t="t" r="r" b="b"/>
              <a:pathLst>
                <a:path w="5213" h="5498" fill="none" extrusionOk="0">
                  <a:moveTo>
                    <a:pt x="0" y="0"/>
                  </a:moveTo>
                  <a:cubicBezTo>
                    <a:pt x="748" y="2509"/>
                    <a:pt x="2740" y="4608"/>
                    <a:pt x="5213" y="5497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2"/>
            <p:cNvSpPr/>
            <p:nvPr/>
          </p:nvSpPr>
          <p:spPr>
            <a:xfrm>
              <a:off x="6478118" y="2503179"/>
              <a:ext cx="89928" cy="47769"/>
            </a:xfrm>
            <a:custGeom>
              <a:avLst/>
              <a:gdLst/>
              <a:ahLst/>
              <a:cxnLst/>
              <a:rect l="l" t="t" r="r" b="b"/>
              <a:pathLst>
                <a:path w="2581" h="1371" fill="none" extrusionOk="0">
                  <a:moveTo>
                    <a:pt x="0" y="0"/>
                  </a:moveTo>
                  <a:cubicBezTo>
                    <a:pt x="641" y="765"/>
                    <a:pt x="1584" y="1263"/>
                    <a:pt x="2580" y="1370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6321289" y="2497604"/>
              <a:ext cx="163063" cy="264071"/>
            </a:xfrm>
            <a:custGeom>
              <a:avLst/>
              <a:gdLst/>
              <a:ahLst/>
              <a:cxnLst/>
              <a:rect l="l" t="t" r="r" b="b"/>
              <a:pathLst>
                <a:path w="4680" h="7579" fill="none" extrusionOk="0">
                  <a:moveTo>
                    <a:pt x="1" y="0"/>
                  </a:moveTo>
                  <a:cubicBezTo>
                    <a:pt x="908" y="2864"/>
                    <a:pt x="2527" y="5480"/>
                    <a:pt x="4679" y="7579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6603937" y="2162865"/>
              <a:ext cx="56445" cy="624238"/>
            </a:xfrm>
            <a:custGeom>
              <a:avLst/>
              <a:gdLst/>
              <a:ahLst/>
              <a:cxnLst/>
              <a:rect l="l" t="t" r="r" b="b"/>
              <a:pathLst>
                <a:path w="1620" h="17916" fill="none" extrusionOk="0">
                  <a:moveTo>
                    <a:pt x="1" y="0"/>
                  </a:moveTo>
                  <a:cubicBezTo>
                    <a:pt x="1015" y="1744"/>
                    <a:pt x="1033" y="2740"/>
                    <a:pt x="1246" y="4270"/>
                  </a:cubicBezTo>
                  <a:cubicBezTo>
                    <a:pt x="1513" y="5978"/>
                    <a:pt x="1620" y="7721"/>
                    <a:pt x="1602" y="9465"/>
                  </a:cubicBezTo>
                  <a:cubicBezTo>
                    <a:pt x="1567" y="12365"/>
                    <a:pt x="926" y="15033"/>
                    <a:pt x="1567" y="17915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2"/>
            <p:cNvSpPr/>
            <p:nvPr/>
          </p:nvSpPr>
          <p:spPr>
            <a:xfrm>
              <a:off x="6351045" y="1912412"/>
              <a:ext cx="200867" cy="250552"/>
            </a:xfrm>
            <a:custGeom>
              <a:avLst/>
              <a:gdLst/>
              <a:ahLst/>
              <a:cxnLst/>
              <a:rect l="l" t="t" r="r" b="b"/>
              <a:pathLst>
                <a:path w="5765" h="7191" extrusionOk="0">
                  <a:moveTo>
                    <a:pt x="2295" y="1"/>
                  </a:moveTo>
                  <a:cubicBezTo>
                    <a:pt x="2135" y="1762"/>
                    <a:pt x="1495" y="3399"/>
                    <a:pt x="0" y="4413"/>
                  </a:cubicBezTo>
                  <a:cubicBezTo>
                    <a:pt x="499" y="5320"/>
                    <a:pt x="1353" y="6014"/>
                    <a:pt x="2260" y="6548"/>
                  </a:cubicBezTo>
                  <a:cubicBezTo>
                    <a:pt x="2694" y="6800"/>
                    <a:pt x="3508" y="7191"/>
                    <a:pt x="4139" y="7191"/>
                  </a:cubicBezTo>
                  <a:cubicBezTo>
                    <a:pt x="4619" y="7191"/>
                    <a:pt x="4994" y="6965"/>
                    <a:pt x="5017" y="6281"/>
                  </a:cubicBezTo>
                  <a:cubicBezTo>
                    <a:pt x="5017" y="5765"/>
                    <a:pt x="4822" y="5302"/>
                    <a:pt x="4875" y="4769"/>
                  </a:cubicBezTo>
                  <a:cubicBezTo>
                    <a:pt x="4911" y="4324"/>
                    <a:pt x="5000" y="3861"/>
                    <a:pt x="5142" y="3434"/>
                  </a:cubicBezTo>
                  <a:cubicBezTo>
                    <a:pt x="5302" y="2954"/>
                    <a:pt x="5498" y="2492"/>
                    <a:pt x="5765" y="2065"/>
                  </a:cubicBezTo>
                  <a:cubicBezTo>
                    <a:pt x="4982" y="2029"/>
                    <a:pt x="4235" y="1780"/>
                    <a:pt x="3576" y="1317"/>
                  </a:cubicBezTo>
                  <a:cubicBezTo>
                    <a:pt x="3256" y="1086"/>
                    <a:pt x="2971" y="819"/>
                    <a:pt x="2705" y="535"/>
                  </a:cubicBezTo>
                  <a:cubicBezTo>
                    <a:pt x="2598" y="446"/>
                    <a:pt x="2456" y="197"/>
                    <a:pt x="2295" y="1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2"/>
            <p:cNvSpPr/>
            <p:nvPr/>
          </p:nvSpPr>
          <p:spPr>
            <a:xfrm>
              <a:off x="6427909" y="1912412"/>
              <a:ext cx="124004" cy="171146"/>
            </a:xfrm>
            <a:custGeom>
              <a:avLst/>
              <a:gdLst/>
              <a:ahLst/>
              <a:cxnLst/>
              <a:rect l="l" t="t" r="r" b="b"/>
              <a:pathLst>
                <a:path w="3559" h="4912" extrusionOk="0">
                  <a:moveTo>
                    <a:pt x="89" y="1"/>
                  </a:moveTo>
                  <a:cubicBezTo>
                    <a:pt x="72" y="268"/>
                    <a:pt x="36" y="517"/>
                    <a:pt x="0" y="766"/>
                  </a:cubicBezTo>
                  <a:cubicBezTo>
                    <a:pt x="107" y="2403"/>
                    <a:pt x="1210" y="4164"/>
                    <a:pt x="2651" y="4911"/>
                  </a:cubicBezTo>
                  <a:cubicBezTo>
                    <a:pt x="2651" y="4858"/>
                    <a:pt x="2651" y="4822"/>
                    <a:pt x="2669" y="4769"/>
                  </a:cubicBezTo>
                  <a:cubicBezTo>
                    <a:pt x="2705" y="4324"/>
                    <a:pt x="2794" y="3861"/>
                    <a:pt x="2936" y="3434"/>
                  </a:cubicBezTo>
                  <a:cubicBezTo>
                    <a:pt x="3096" y="2954"/>
                    <a:pt x="3292" y="2492"/>
                    <a:pt x="3559" y="2065"/>
                  </a:cubicBezTo>
                  <a:cubicBezTo>
                    <a:pt x="2776" y="2029"/>
                    <a:pt x="2029" y="1780"/>
                    <a:pt x="1370" y="1317"/>
                  </a:cubicBezTo>
                  <a:cubicBezTo>
                    <a:pt x="1050" y="1086"/>
                    <a:pt x="765" y="819"/>
                    <a:pt x="499" y="535"/>
                  </a:cubicBezTo>
                  <a:cubicBezTo>
                    <a:pt x="392" y="446"/>
                    <a:pt x="250" y="197"/>
                    <a:pt x="89" y="1"/>
                  </a:cubicBezTo>
                  <a:close/>
                </a:path>
              </a:pathLst>
            </a:custGeom>
            <a:solidFill>
              <a:srgbClr val="AAC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2"/>
            <p:cNvSpPr/>
            <p:nvPr/>
          </p:nvSpPr>
          <p:spPr>
            <a:xfrm>
              <a:off x="5954321" y="2063039"/>
              <a:ext cx="401699" cy="789496"/>
            </a:xfrm>
            <a:custGeom>
              <a:avLst/>
              <a:gdLst/>
              <a:ahLst/>
              <a:cxnLst/>
              <a:rect l="l" t="t" r="r" b="b"/>
              <a:pathLst>
                <a:path w="11529" h="22659" extrusionOk="0">
                  <a:moveTo>
                    <a:pt x="10515" y="1"/>
                  </a:moveTo>
                  <a:lnTo>
                    <a:pt x="10515" y="1"/>
                  </a:lnTo>
                  <a:cubicBezTo>
                    <a:pt x="8077" y="375"/>
                    <a:pt x="6227" y="1531"/>
                    <a:pt x="4804" y="3168"/>
                  </a:cubicBezTo>
                  <a:cubicBezTo>
                    <a:pt x="3416" y="4733"/>
                    <a:pt x="2847" y="6868"/>
                    <a:pt x="2384" y="8878"/>
                  </a:cubicBezTo>
                  <a:cubicBezTo>
                    <a:pt x="1780" y="11458"/>
                    <a:pt x="1157" y="14038"/>
                    <a:pt x="552" y="16617"/>
                  </a:cubicBezTo>
                  <a:cubicBezTo>
                    <a:pt x="339" y="17507"/>
                    <a:pt x="1" y="18734"/>
                    <a:pt x="196" y="19642"/>
                  </a:cubicBezTo>
                  <a:cubicBezTo>
                    <a:pt x="428" y="20638"/>
                    <a:pt x="1139" y="21563"/>
                    <a:pt x="1993" y="22079"/>
                  </a:cubicBezTo>
                  <a:cubicBezTo>
                    <a:pt x="2583" y="22430"/>
                    <a:pt x="3367" y="22659"/>
                    <a:pt x="4116" y="22659"/>
                  </a:cubicBezTo>
                  <a:cubicBezTo>
                    <a:pt x="4543" y="22659"/>
                    <a:pt x="4958" y="22585"/>
                    <a:pt x="5320" y="22417"/>
                  </a:cubicBezTo>
                  <a:cubicBezTo>
                    <a:pt x="6316" y="21954"/>
                    <a:pt x="7437" y="21474"/>
                    <a:pt x="8166" y="20620"/>
                  </a:cubicBezTo>
                  <a:cubicBezTo>
                    <a:pt x="8718" y="19944"/>
                    <a:pt x="8896" y="19037"/>
                    <a:pt x="9056" y="18183"/>
                  </a:cubicBezTo>
                  <a:cubicBezTo>
                    <a:pt x="9287" y="16991"/>
                    <a:pt x="9501" y="15817"/>
                    <a:pt x="9714" y="14625"/>
                  </a:cubicBezTo>
                  <a:cubicBezTo>
                    <a:pt x="10621" y="9804"/>
                    <a:pt x="11529" y="4822"/>
                    <a:pt x="105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2"/>
            <p:cNvSpPr/>
            <p:nvPr/>
          </p:nvSpPr>
          <p:spPr>
            <a:xfrm>
              <a:off x="6205366" y="2340147"/>
              <a:ext cx="116583" cy="405427"/>
            </a:xfrm>
            <a:custGeom>
              <a:avLst/>
              <a:gdLst/>
              <a:ahLst/>
              <a:cxnLst/>
              <a:rect l="l" t="t" r="r" b="b"/>
              <a:pathLst>
                <a:path w="3346" h="11636" fill="none" extrusionOk="0">
                  <a:moveTo>
                    <a:pt x="3345" y="0"/>
                  </a:moveTo>
                  <a:cubicBezTo>
                    <a:pt x="1335" y="534"/>
                    <a:pt x="1513" y="3096"/>
                    <a:pt x="1335" y="4679"/>
                  </a:cubicBezTo>
                  <a:cubicBezTo>
                    <a:pt x="1068" y="7028"/>
                    <a:pt x="623" y="9358"/>
                    <a:pt x="1" y="11635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2"/>
            <p:cNvSpPr/>
            <p:nvPr/>
          </p:nvSpPr>
          <p:spPr>
            <a:xfrm>
              <a:off x="6269233" y="2324015"/>
              <a:ext cx="42787" cy="62647"/>
            </a:xfrm>
            <a:custGeom>
              <a:avLst/>
              <a:gdLst/>
              <a:ahLst/>
              <a:cxnLst/>
              <a:rect l="l" t="t" r="r" b="b"/>
              <a:pathLst>
                <a:path w="1228" h="1798" fill="none" extrusionOk="0">
                  <a:moveTo>
                    <a:pt x="0" y="1798"/>
                  </a:moveTo>
                  <a:cubicBezTo>
                    <a:pt x="231" y="1086"/>
                    <a:pt x="658" y="463"/>
                    <a:pt x="1228" y="1"/>
                  </a:cubicBezTo>
                </a:path>
              </a:pathLst>
            </a:custGeom>
            <a:noFill/>
            <a:ln w="400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2"/>
            <p:cNvSpPr/>
            <p:nvPr/>
          </p:nvSpPr>
          <p:spPr>
            <a:xfrm>
              <a:off x="5953066" y="2711645"/>
              <a:ext cx="829461" cy="197731"/>
            </a:xfrm>
            <a:custGeom>
              <a:avLst/>
              <a:gdLst/>
              <a:ahLst/>
              <a:cxnLst/>
              <a:rect l="l" t="t" r="r" b="b"/>
              <a:pathLst>
                <a:path w="23806" h="5675" extrusionOk="0">
                  <a:moveTo>
                    <a:pt x="5291" y="1"/>
                  </a:moveTo>
                  <a:cubicBezTo>
                    <a:pt x="3907" y="1"/>
                    <a:pt x="2534" y="265"/>
                    <a:pt x="1246" y="778"/>
                  </a:cubicBezTo>
                  <a:cubicBezTo>
                    <a:pt x="1068" y="849"/>
                    <a:pt x="873" y="938"/>
                    <a:pt x="730" y="1080"/>
                  </a:cubicBezTo>
                  <a:cubicBezTo>
                    <a:pt x="1" y="1845"/>
                    <a:pt x="1317" y="4425"/>
                    <a:pt x="2118" y="4958"/>
                  </a:cubicBezTo>
                  <a:cubicBezTo>
                    <a:pt x="2960" y="5517"/>
                    <a:pt x="4217" y="5675"/>
                    <a:pt x="5488" y="5675"/>
                  </a:cubicBezTo>
                  <a:cubicBezTo>
                    <a:pt x="6688" y="5675"/>
                    <a:pt x="7900" y="5534"/>
                    <a:pt x="8789" y="5456"/>
                  </a:cubicBezTo>
                  <a:cubicBezTo>
                    <a:pt x="11873" y="5198"/>
                    <a:pt x="14781" y="5042"/>
                    <a:pt x="17819" y="5042"/>
                  </a:cubicBezTo>
                  <a:cubicBezTo>
                    <a:pt x="18129" y="5042"/>
                    <a:pt x="18440" y="5044"/>
                    <a:pt x="18752" y="5047"/>
                  </a:cubicBezTo>
                  <a:cubicBezTo>
                    <a:pt x="19606" y="5065"/>
                    <a:pt x="20460" y="5083"/>
                    <a:pt x="21332" y="5101"/>
                  </a:cubicBezTo>
                  <a:cubicBezTo>
                    <a:pt x="21723" y="5101"/>
                    <a:pt x="22195" y="5157"/>
                    <a:pt x="22594" y="5157"/>
                  </a:cubicBezTo>
                  <a:cubicBezTo>
                    <a:pt x="23320" y="5157"/>
                    <a:pt x="23806" y="4971"/>
                    <a:pt x="23129" y="3926"/>
                  </a:cubicBezTo>
                  <a:cubicBezTo>
                    <a:pt x="22497" y="2979"/>
                    <a:pt x="21398" y="2343"/>
                    <a:pt x="20258" y="2343"/>
                  </a:cubicBezTo>
                  <a:cubicBezTo>
                    <a:pt x="20242" y="2343"/>
                    <a:pt x="20227" y="2343"/>
                    <a:pt x="20211" y="2343"/>
                  </a:cubicBezTo>
                  <a:cubicBezTo>
                    <a:pt x="19357" y="2379"/>
                    <a:pt x="18521" y="2717"/>
                    <a:pt x="17649" y="2717"/>
                  </a:cubicBezTo>
                  <a:cubicBezTo>
                    <a:pt x="17151" y="2699"/>
                    <a:pt x="16653" y="2574"/>
                    <a:pt x="16173" y="2450"/>
                  </a:cubicBezTo>
                  <a:cubicBezTo>
                    <a:pt x="14465" y="2005"/>
                    <a:pt x="12775" y="1703"/>
                    <a:pt x="11084" y="1204"/>
                  </a:cubicBezTo>
                  <a:cubicBezTo>
                    <a:pt x="10035" y="884"/>
                    <a:pt x="8967" y="528"/>
                    <a:pt x="7900" y="297"/>
                  </a:cubicBezTo>
                  <a:cubicBezTo>
                    <a:pt x="7420" y="190"/>
                    <a:pt x="6957" y="119"/>
                    <a:pt x="6477" y="66"/>
                  </a:cubicBezTo>
                  <a:cubicBezTo>
                    <a:pt x="6082" y="22"/>
                    <a:pt x="5686" y="1"/>
                    <a:pt x="5291" y="1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2"/>
            <p:cNvSpPr/>
            <p:nvPr/>
          </p:nvSpPr>
          <p:spPr>
            <a:xfrm>
              <a:off x="7084355" y="2766001"/>
              <a:ext cx="2509" cy="35"/>
            </a:xfrm>
            <a:custGeom>
              <a:avLst/>
              <a:gdLst/>
              <a:ahLst/>
              <a:cxnLst/>
              <a:rect l="l" t="t" r="r" b="b"/>
              <a:pathLst>
                <a:path w="72" h="1" extrusionOk="0">
                  <a:moveTo>
                    <a:pt x="72" y="0"/>
                  </a:moveTo>
                  <a:lnTo>
                    <a:pt x="1" y="0"/>
                  </a:lnTo>
                </a:path>
              </a:pathLst>
            </a:custGeom>
            <a:solidFill>
              <a:srgbClr val="E48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6421080" y="3015199"/>
              <a:ext cx="808346" cy="36585"/>
            </a:xfrm>
            <a:custGeom>
              <a:avLst/>
              <a:gdLst/>
              <a:ahLst/>
              <a:cxnLst/>
              <a:rect l="l" t="t" r="r" b="b"/>
              <a:pathLst>
                <a:path w="23200" h="1050" extrusionOk="0">
                  <a:moveTo>
                    <a:pt x="250" y="0"/>
                  </a:moveTo>
                  <a:cubicBezTo>
                    <a:pt x="108" y="0"/>
                    <a:pt x="1" y="107"/>
                    <a:pt x="1" y="249"/>
                  </a:cubicBezTo>
                  <a:lnTo>
                    <a:pt x="1" y="801"/>
                  </a:lnTo>
                  <a:cubicBezTo>
                    <a:pt x="1" y="943"/>
                    <a:pt x="108" y="1050"/>
                    <a:pt x="250" y="1050"/>
                  </a:cubicBezTo>
                  <a:lnTo>
                    <a:pt x="22950" y="1050"/>
                  </a:lnTo>
                  <a:cubicBezTo>
                    <a:pt x="23093" y="1050"/>
                    <a:pt x="23200" y="943"/>
                    <a:pt x="23200" y="801"/>
                  </a:cubicBezTo>
                  <a:lnTo>
                    <a:pt x="23200" y="249"/>
                  </a:lnTo>
                  <a:cubicBezTo>
                    <a:pt x="23200" y="107"/>
                    <a:pt x="23093" y="0"/>
                    <a:pt x="22950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6620697" y="2630844"/>
              <a:ext cx="751936" cy="420932"/>
            </a:xfrm>
            <a:custGeom>
              <a:avLst/>
              <a:gdLst/>
              <a:ahLst/>
              <a:cxnLst/>
              <a:rect l="l" t="t" r="r" b="b"/>
              <a:pathLst>
                <a:path w="21581" h="12081" extrusionOk="0">
                  <a:moveTo>
                    <a:pt x="2509" y="1"/>
                  </a:moveTo>
                  <a:cubicBezTo>
                    <a:pt x="2117" y="1"/>
                    <a:pt x="1779" y="303"/>
                    <a:pt x="1726" y="695"/>
                  </a:cubicBezTo>
                  <a:lnTo>
                    <a:pt x="0" y="12081"/>
                  </a:lnTo>
                  <a:lnTo>
                    <a:pt x="19819" y="12081"/>
                  </a:lnTo>
                  <a:lnTo>
                    <a:pt x="21509" y="908"/>
                  </a:lnTo>
                  <a:cubicBezTo>
                    <a:pt x="21580" y="428"/>
                    <a:pt x="21224" y="1"/>
                    <a:pt x="20762" y="1"/>
                  </a:cubicBezTo>
                  <a:close/>
                </a:path>
              </a:pathLst>
            </a:custGeom>
            <a:solidFill>
              <a:srgbClr val="B67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6977108" y="2787673"/>
              <a:ext cx="91775" cy="91775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2634" y="1317"/>
                  </a:moveTo>
                  <a:cubicBezTo>
                    <a:pt x="2634" y="2047"/>
                    <a:pt x="2047" y="2634"/>
                    <a:pt x="1317" y="2634"/>
                  </a:cubicBezTo>
                  <a:cubicBezTo>
                    <a:pt x="588" y="2634"/>
                    <a:pt x="1" y="2047"/>
                    <a:pt x="1" y="1317"/>
                  </a:cubicBezTo>
                  <a:cubicBezTo>
                    <a:pt x="1" y="588"/>
                    <a:pt x="588" y="1"/>
                    <a:pt x="1317" y="1"/>
                  </a:cubicBezTo>
                  <a:cubicBezTo>
                    <a:pt x="2047" y="1"/>
                    <a:pt x="2634" y="588"/>
                    <a:pt x="2634" y="13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6422334" y="1751611"/>
              <a:ext cx="253549" cy="269960"/>
            </a:xfrm>
            <a:custGeom>
              <a:avLst/>
              <a:gdLst/>
              <a:ahLst/>
              <a:cxnLst/>
              <a:rect l="l" t="t" r="r" b="b"/>
              <a:pathLst>
                <a:path w="7277" h="7748" extrusionOk="0">
                  <a:moveTo>
                    <a:pt x="3346" y="0"/>
                  </a:moveTo>
                  <a:cubicBezTo>
                    <a:pt x="3193" y="0"/>
                    <a:pt x="3034" y="14"/>
                    <a:pt x="2865" y="44"/>
                  </a:cubicBezTo>
                  <a:cubicBezTo>
                    <a:pt x="2135" y="168"/>
                    <a:pt x="1459" y="524"/>
                    <a:pt x="997" y="1093"/>
                  </a:cubicBezTo>
                  <a:cubicBezTo>
                    <a:pt x="890" y="1254"/>
                    <a:pt x="765" y="1414"/>
                    <a:pt x="676" y="1574"/>
                  </a:cubicBezTo>
                  <a:cubicBezTo>
                    <a:pt x="410" y="2125"/>
                    <a:pt x="160" y="2712"/>
                    <a:pt x="0" y="3317"/>
                  </a:cubicBezTo>
                  <a:cubicBezTo>
                    <a:pt x="0" y="3317"/>
                    <a:pt x="0" y="3335"/>
                    <a:pt x="0" y="3353"/>
                  </a:cubicBezTo>
                  <a:cubicBezTo>
                    <a:pt x="36" y="4509"/>
                    <a:pt x="427" y="5577"/>
                    <a:pt x="1068" y="6448"/>
                  </a:cubicBezTo>
                  <a:cubicBezTo>
                    <a:pt x="1630" y="7236"/>
                    <a:pt x="2512" y="7747"/>
                    <a:pt x="3450" y="7747"/>
                  </a:cubicBezTo>
                  <a:cubicBezTo>
                    <a:pt x="3551" y="7747"/>
                    <a:pt x="3652" y="7741"/>
                    <a:pt x="3754" y="7729"/>
                  </a:cubicBezTo>
                  <a:cubicBezTo>
                    <a:pt x="4323" y="7658"/>
                    <a:pt x="4839" y="7409"/>
                    <a:pt x="5302" y="6929"/>
                  </a:cubicBezTo>
                  <a:cubicBezTo>
                    <a:pt x="5764" y="6466"/>
                    <a:pt x="6067" y="5861"/>
                    <a:pt x="6334" y="5256"/>
                  </a:cubicBezTo>
                  <a:cubicBezTo>
                    <a:pt x="6725" y="4331"/>
                    <a:pt x="7277" y="1769"/>
                    <a:pt x="7028" y="791"/>
                  </a:cubicBezTo>
                  <a:cubicBezTo>
                    <a:pt x="6936" y="446"/>
                    <a:pt x="6733" y="357"/>
                    <a:pt x="6468" y="357"/>
                  </a:cubicBezTo>
                  <a:cubicBezTo>
                    <a:pt x="6186" y="357"/>
                    <a:pt x="5833" y="457"/>
                    <a:pt x="5468" y="457"/>
                  </a:cubicBezTo>
                  <a:cubicBezTo>
                    <a:pt x="5307" y="457"/>
                    <a:pt x="5143" y="438"/>
                    <a:pt x="4982" y="382"/>
                  </a:cubicBezTo>
                  <a:cubicBezTo>
                    <a:pt x="4393" y="186"/>
                    <a:pt x="3914" y="0"/>
                    <a:pt x="3346" y="0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6379547" y="1638475"/>
              <a:ext cx="343756" cy="287625"/>
            </a:xfrm>
            <a:custGeom>
              <a:avLst/>
              <a:gdLst/>
              <a:ahLst/>
              <a:cxnLst/>
              <a:rect l="l" t="t" r="r" b="b"/>
              <a:pathLst>
                <a:path w="9866" h="8255" extrusionOk="0">
                  <a:moveTo>
                    <a:pt x="8647" y="1138"/>
                  </a:moveTo>
                  <a:lnTo>
                    <a:pt x="8647" y="1138"/>
                  </a:lnTo>
                  <a:cubicBezTo>
                    <a:pt x="8668" y="1150"/>
                    <a:pt x="8689" y="1162"/>
                    <a:pt x="8710" y="1175"/>
                  </a:cubicBezTo>
                  <a:lnTo>
                    <a:pt x="8710" y="1175"/>
                  </a:lnTo>
                  <a:cubicBezTo>
                    <a:pt x="8692" y="1159"/>
                    <a:pt x="8671" y="1146"/>
                    <a:pt x="8647" y="1138"/>
                  </a:cubicBezTo>
                  <a:close/>
                  <a:moveTo>
                    <a:pt x="5028" y="1"/>
                  </a:moveTo>
                  <a:cubicBezTo>
                    <a:pt x="4296" y="1"/>
                    <a:pt x="3568" y="215"/>
                    <a:pt x="2954" y="676"/>
                  </a:cubicBezTo>
                  <a:cubicBezTo>
                    <a:pt x="2723" y="854"/>
                    <a:pt x="2509" y="1049"/>
                    <a:pt x="2349" y="1298"/>
                  </a:cubicBezTo>
                  <a:cubicBezTo>
                    <a:pt x="2261" y="1404"/>
                    <a:pt x="1944" y="1985"/>
                    <a:pt x="2062" y="2097"/>
                  </a:cubicBezTo>
                  <a:lnTo>
                    <a:pt x="2062" y="2097"/>
                  </a:lnTo>
                  <a:cubicBezTo>
                    <a:pt x="1965" y="2009"/>
                    <a:pt x="1837" y="1970"/>
                    <a:pt x="1704" y="1970"/>
                  </a:cubicBezTo>
                  <a:cubicBezTo>
                    <a:pt x="1571" y="1970"/>
                    <a:pt x="1433" y="2010"/>
                    <a:pt x="1317" y="2081"/>
                  </a:cubicBezTo>
                  <a:cubicBezTo>
                    <a:pt x="1068" y="2223"/>
                    <a:pt x="926" y="2455"/>
                    <a:pt x="784" y="2686"/>
                  </a:cubicBezTo>
                  <a:cubicBezTo>
                    <a:pt x="214" y="3682"/>
                    <a:pt x="1" y="4874"/>
                    <a:pt x="179" y="6013"/>
                  </a:cubicBezTo>
                  <a:cubicBezTo>
                    <a:pt x="268" y="6511"/>
                    <a:pt x="446" y="6956"/>
                    <a:pt x="623" y="7418"/>
                  </a:cubicBezTo>
                  <a:cubicBezTo>
                    <a:pt x="784" y="7810"/>
                    <a:pt x="1033" y="8237"/>
                    <a:pt x="1495" y="8254"/>
                  </a:cubicBezTo>
                  <a:cubicBezTo>
                    <a:pt x="2136" y="8254"/>
                    <a:pt x="2065" y="7187"/>
                    <a:pt x="2260" y="6618"/>
                  </a:cubicBezTo>
                  <a:cubicBezTo>
                    <a:pt x="2331" y="6404"/>
                    <a:pt x="2314" y="6137"/>
                    <a:pt x="2563" y="6066"/>
                  </a:cubicBezTo>
                  <a:cubicBezTo>
                    <a:pt x="2581" y="6061"/>
                    <a:pt x="2600" y="6059"/>
                    <a:pt x="2620" y="6059"/>
                  </a:cubicBezTo>
                  <a:cubicBezTo>
                    <a:pt x="2802" y="6059"/>
                    <a:pt x="3038" y="6247"/>
                    <a:pt x="3233" y="6247"/>
                  </a:cubicBezTo>
                  <a:cubicBezTo>
                    <a:pt x="3324" y="6247"/>
                    <a:pt x="3406" y="6206"/>
                    <a:pt x="3470" y="6084"/>
                  </a:cubicBezTo>
                  <a:cubicBezTo>
                    <a:pt x="3541" y="5942"/>
                    <a:pt x="3506" y="5764"/>
                    <a:pt x="3470" y="5604"/>
                  </a:cubicBezTo>
                  <a:cubicBezTo>
                    <a:pt x="3434" y="5443"/>
                    <a:pt x="3417" y="5266"/>
                    <a:pt x="3506" y="5123"/>
                  </a:cubicBezTo>
                  <a:cubicBezTo>
                    <a:pt x="3506" y="5114"/>
                    <a:pt x="3590" y="5114"/>
                    <a:pt x="3681" y="5114"/>
                  </a:cubicBezTo>
                  <a:cubicBezTo>
                    <a:pt x="3772" y="5114"/>
                    <a:pt x="3870" y="5114"/>
                    <a:pt x="3897" y="5105"/>
                  </a:cubicBezTo>
                  <a:cubicBezTo>
                    <a:pt x="4021" y="5070"/>
                    <a:pt x="4057" y="4999"/>
                    <a:pt x="4075" y="4910"/>
                  </a:cubicBezTo>
                  <a:cubicBezTo>
                    <a:pt x="4075" y="4874"/>
                    <a:pt x="4093" y="4821"/>
                    <a:pt x="4093" y="4785"/>
                  </a:cubicBezTo>
                  <a:cubicBezTo>
                    <a:pt x="4164" y="4429"/>
                    <a:pt x="3986" y="4145"/>
                    <a:pt x="4039" y="3807"/>
                  </a:cubicBezTo>
                  <a:cubicBezTo>
                    <a:pt x="4057" y="3575"/>
                    <a:pt x="4199" y="3344"/>
                    <a:pt x="4431" y="3309"/>
                  </a:cubicBezTo>
                  <a:cubicBezTo>
                    <a:pt x="4461" y="3303"/>
                    <a:pt x="4490" y="3301"/>
                    <a:pt x="4519" y="3301"/>
                  </a:cubicBezTo>
                  <a:cubicBezTo>
                    <a:pt x="4681" y="3301"/>
                    <a:pt x="4831" y="3378"/>
                    <a:pt x="4982" y="3469"/>
                  </a:cubicBezTo>
                  <a:cubicBezTo>
                    <a:pt x="5569" y="3825"/>
                    <a:pt x="6174" y="4198"/>
                    <a:pt x="6779" y="4554"/>
                  </a:cubicBezTo>
                  <a:cubicBezTo>
                    <a:pt x="7058" y="4719"/>
                    <a:pt x="7370" y="4796"/>
                    <a:pt x="7683" y="4796"/>
                  </a:cubicBezTo>
                  <a:cubicBezTo>
                    <a:pt x="8447" y="4796"/>
                    <a:pt x="9216" y="4338"/>
                    <a:pt x="9519" y="3593"/>
                  </a:cubicBezTo>
                  <a:cubicBezTo>
                    <a:pt x="9865" y="2726"/>
                    <a:pt x="9503" y="1657"/>
                    <a:pt x="8710" y="1175"/>
                  </a:cubicBezTo>
                  <a:lnTo>
                    <a:pt x="8710" y="1175"/>
                  </a:lnTo>
                  <a:cubicBezTo>
                    <a:pt x="8809" y="1264"/>
                    <a:pt x="8806" y="1457"/>
                    <a:pt x="8700" y="1547"/>
                  </a:cubicBezTo>
                  <a:cubicBezTo>
                    <a:pt x="8635" y="1603"/>
                    <a:pt x="8551" y="1630"/>
                    <a:pt x="8464" y="1630"/>
                  </a:cubicBezTo>
                  <a:cubicBezTo>
                    <a:pt x="8386" y="1630"/>
                    <a:pt x="8306" y="1608"/>
                    <a:pt x="8238" y="1565"/>
                  </a:cubicBezTo>
                  <a:cubicBezTo>
                    <a:pt x="8078" y="1494"/>
                    <a:pt x="7971" y="1352"/>
                    <a:pt x="7864" y="1227"/>
                  </a:cubicBezTo>
                  <a:cubicBezTo>
                    <a:pt x="7131" y="441"/>
                    <a:pt x="6076" y="1"/>
                    <a:pt x="5028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2"/>
            <p:cNvSpPr/>
            <p:nvPr/>
          </p:nvSpPr>
          <p:spPr>
            <a:xfrm>
              <a:off x="6572334" y="1874607"/>
              <a:ext cx="20487" cy="19895"/>
            </a:xfrm>
            <a:custGeom>
              <a:avLst/>
              <a:gdLst/>
              <a:ahLst/>
              <a:cxnLst/>
              <a:rect l="l" t="t" r="r" b="b"/>
              <a:pathLst>
                <a:path w="588" h="571" extrusionOk="0">
                  <a:moveTo>
                    <a:pt x="285" y="1"/>
                  </a:moveTo>
                  <a:cubicBezTo>
                    <a:pt x="125" y="1"/>
                    <a:pt x="1" y="125"/>
                    <a:pt x="1" y="285"/>
                  </a:cubicBezTo>
                  <a:cubicBezTo>
                    <a:pt x="1" y="445"/>
                    <a:pt x="125" y="570"/>
                    <a:pt x="285" y="570"/>
                  </a:cubicBezTo>
                  <a:cubicBezTo>
                    <a:pt x="445" y="570"/>
                    <a:pt x="588" y="445"/>
                    <a:pt x="588" y="285"/>
                  </a:cubicBezTo>
                  <a:cubicBezTo>
                    <a:pt x="588" y="125"/>
                    <a:pt x="445" y="1"/>
                    <a:pt x="285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6574808" y="1855409"/>
              <a:ext cx="19895" cy="2509"/>
            </a:xfrm>
            <a:custGeom>
              <a:avLst/>
              <a:gdLst/>
              <a:ahLst/>
              <a:cxnLst/>
              <a:rect l="l" t="t" r="r" b="b"/>
              <a:pathLst>
                <a:path w="571" h="72" fill="none" extrusionOk="0">
                  <a:moveTo>
                    <a:pt x="1" y="54"/>
                  </a:moveTo>
                  <a:cubicBezTo>
                    <a:pt x="179" y="0"/>
                    <a:pt x="392" y="0"/>
                    <a:pt x="570" y="71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6636202" y="1884538"/>
              <a:ext cx="19860" cy="20487"/>
            </a:xfrm>
            <a:custGeom>
              <a:avLst/>
              <a:gdLst/>
              <a:ahLst/>
              <a:cxnLst/>
              <a:rect l="l" t="t" r="r" b="b"/>
              <a:pathLst>
                <a:path w="570" h="588" extrusionOk="0">
                  <a:moveTo>
                    <a:pt x="285" y="0"/>
                  </a:moveTo>
                  <a:cubicBezTo>
                    <a:pt x="125" y="0"/>
                    <a:pt x="0" y="143"/>
                    <a:pt x="0" y="303"/>
                  </a:cubicBezTo>
                  <a:cubicBezTo>
                    <a:pt x="0" y="463"/>
                    <a:pt x="125" y="587"/>
                    <a:pt x="285" y="587"/>
                  </a:cubicBezTo>
                  <a:cubicBezTo>
                    <a:pt x="445" y="587"/>
                    <a:pt x="569" y="463"/>
                    <a:pt x="569" y="303"/>
                  </a:cubicBezTo>
                  <a:cubicBezTo>
                    <a:pt x="569" y="143"/>
                    <a:pt x="445" y="0"/>
                    <a:pt x="285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6638676" y="1865304"/>
              <a:ext cx="19860" cy="3136"/>
            </a:xfrm>
            <a:custGeom>
              <a:avLst/>
              <a:gdLst/>
              <a:ahLst/>
              <a:cxnLst/>
              <a:rect l="l" t="t" r="r" b="b"/>
              <a:pathLst>
                <a:path w="570" h="90" fill="none" extrusionOk="0">
                  <a:moveTo>
                    <a:pt x="0" y="72"/>
                  </a:moveTo>
                  <a:cubicBezTo>
                    <a:pt x="178" y="1"/>
                    <a:pt x="392" y="19"/>
                    <a:pt x="570" y="90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6617596" y="1899416"/>
              <a:ext cx="12439" cy="37212"/>
            </a:xfrm>
            <a:custGeom>
              <a:avLst/>
              <a:gdLst/>
              <a:ahLst/>
              <a:cxnLst/>
              <a:rect l="l" t="t" r="r" b="b"/>
              <a:pathLst>
                <a:path w="357" h="1068" fill="none" extrusionOk="0">
                  <a:moveTo>
                    <a:pt x="72" y="0"/>
                  </a:moveTo>
                  <a:cubicBezTo>
                    <a:pt x="36" y="267"/>
                    <a:pt x="107" y="534"/>
                    <a:pt x="267" y="730"/>
                  </a:cubicBezTo>
                  <a:cubicBezTo>
                    <a:pt x="303" y="783"/>
                    <a:pt x="356" y="836"/>
                    <a:pt x="338" y="908"/>
                  </a:cubicBezTo>
                  <a:cubicBezTo>
                    <a:pt x="338" y="979"/>
                    <a:pt x="285" y="1032"/>
                    <a:pt x="214" y="1050"/>
                  </a:cubicBezTo>
                  <a:cubicBezTo>
                    <a:pt x="143" y="1068"/>
                    <a:pt x="72" y="1050"/>
                    <a:pt x="0" y="1050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6574808" y="1955200"/>
              <a:ext cx="34773" cy="11184"/>
            </a:xfrm>
            <a:custGeom>
              <a:avLst/>
              <a:gdLst/>
              <a:ahLst/>
              <a:cxnLst/>
              <a:rect l="l" t="t" r="r" b="b"/>
              <a:pathLst>
                <a:path w="998" h="321" fill="none" extrusionOk="0">
                  <a:moveTo>
                    <a:pt x="1" y="0"/>
                  </a:moveTo>
                  <a:cubicBezTo>
                    <a:pt x="268" y="232"/>
                    <a:pt x="641" y="321"/>
                    <a:pt x="997" y="250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6419861" y="1829381"/>
              <a:ext cx="73796" cy="73796"/>
            </a:xfrm>
            <a:custGeom>
              <a:avLst/>
              <a:gdLst/>
              <a:ahLst/>
              <a:cxnLst/>
              <a:rect l="l" t="t" r="r" b="b"/>
              <a:pathLst>
                <a:path w="2118" h="2118" extrusionOk="0">
                  <a:moveTo>
                    <a:pt x="1068" y="0"/>
                  </a:moveTo>
                  <a:cubicBezTo>
                    <a:pt x="481" y="0"/>
                    <a:pt x="0" y="463"/>
                    <a:pt x="0" y="1050"/>
                  </a:cubicBezTo>
                  <a:cubicBezTo>
                    <a:pt x="0" y="1637"/>
                    <a:pt x="481" y="2117"/>
                    <a:pt x="1068" y="2117"/>
                  </a:cubicBezTo>
                  <a:cubicBezTo>
                    <a:pt x="1637" y="2117"/>
                    <a:pt x="2117" y="1637"/>
                    <a:pt x="2117" y="1050"/>
                  </a:cubicBezTo>
                  <a:cubicBezTo>
                    <a:pt x="2117" y="463"/>
                    <a:pt x="1637" y="0"/>
                    <a:pt x="1068" y="0"/>
                  </a:cubicBezTo>
                  <a:close/>
                </a:path>
              </a:pathLst>
            </a:custGeom>
            <a:solidFill>
              <a:srgbClr val="FCA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6448362" y="1849834"/>
              <a:ext cx="19860" cy="30383"/>
            </a:xfrm>
            <a:custGeom>
              <a:avLst/>
              <a:gdLst/>
              <a:ahLst/>
              <a:cxnLst/>
              <a:rect l="l" t="t" r="r" b="b"/>
              <a:pathLst>
                <a:path w="570" h="872" fill="none" extrusionOk="0">
                  <a:moveTo>
                    <a:pt x="36" y="18"/>
                  </a:moveTo>
                  <a:cubicBezTo>
                    <a:pt x="196" y="0"/>
                    <a:pt x="356" y="53"/>
                    <a:pt x="445" y="178"/>
                  </a:cubicBezTo>
                  <a:cubicBezTo>
                    <a:pt x="552" y="303"/>
                    <a:pt x="570" y="480"/>
                    <a:pt x="516" y="623"/>
                  </a:cubicBezTo>
                  <a:cubicBezTo>
                    <a:pt x="428" y="534"/>
                    <a:pt x="285" y="516"/>
                    <a:pt x="178" y="569"/>
                  </a:cubicBezTo>
                  <a:cubicBezTo>
                    <a:pt x="72" y="623"/>
                    <a:pt x="1" y="747"/>
                    <a:pt x="1" y="872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2"/>
            <p:cNvSpPr/>
            <p:nvPr/>
          </p:nvSpPr>
          <p:spPr>
            <a:xfrm>
              <a:off x="5194983" y="3128614"/>
              <a:ext cx="589500" cy="548630"/>
            </a:xfrm>
            <a:custGeom>
              <a:avLst/>
              <a:gdLst/>
              <a:ahLst/>
              <a:cxnLst/>
              <a:rect l="l" t="t" r="r" b="b"/>
              <a:pathLst>
                <a:path w="16919" h="15746" extrusionOk="0">
                  <a:moveTo>
                    <a:pt x="8575" y="1"/>
                  </a:moveTo>
                  <a:cubicBezTo>
                    <a:pt x="6067" y="1"/>
                    <a:pt x="3950" y="908"/>
                    <a:pt x="2295" y="2687"/>
                  </a:cubicBezTo>
                  <a:cubicBezTo>
                    <a:pt x="659" y="4448"/>
                    <a:pt x="0" y="6530"/>
                    <a:pt x="285" y="8860"/>
                  </a:cubicBezTo>
                  <a:cubicBezTo>
                    <a:pt x="730" y="12401"/>
                    <a:pt x="3950" y="15745"/>
                    <a:pt x="8593" y="15745"/>
                  </a:cubicBezTo>
                  <a:cubicBezTo>
                    <a:pt x="8604" y="15745"/>
                    <a:pt x="8616" y="15745"/>
                    <a:pt x="8627" y="15745"/>
                  </a:cubicBezTo>
                  <a:cubicBezTo>
                    <a:pt x="13166" y="15745"/>
                    <a:pt x="16901" y="12212"/>
                    <a:pt x="16901" y="7882"/>
                  </a:cubicBezTo>
                  <a:cubicBezTo>
                    <a:pt x="16919" y="3470"/>
                    <a:pt x="13112" y="1"/>
                    <a:pt x="8575" y="1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5442927" y="3227394"/>
              <a:ext cx="205222" cy="278775"/>
            </a:xfrm>
            <a:custGeom>
              <a:avLst/>
              <a:gdLst/>
              <a:ahLst/>
              <a:cxnLst/>
              <a:rect l="l" t="t" r="r" b="b"/>
              <a:pathLst>
                <a:path w="5890" h="8001" extrusionOk="0">
                  <a:moveTo>
                    <a:pt x="2602" y="1"/>
                  </a:moveTo>
                  <a:cubicBezTo>
                    <a:pt x="2520" y="1"/>
                    <a:pt x="2436" y="17"/>
                    <a:pt x="2349" y="48"/>
                  </a:cubicBezTo>
                  <a:cubicBezTo>
                    <a:pt x="2118" y="137"/>
                    <a:pt x="2046" y="315"/>
                    <a:pt x="2046" y="546"/>
                  </a:cubicBezTo>
                  <a:cubicBezTo>
                    <a:pt x="2046" y="742"/>
                    <a:pt x="2029" y="919"/>
                    <a:pt x="2046" y="1115"/>
                  </a:cubicBezTo>
                  <a:cubicBezTo>
                    <a:pt x="2046" y="1257"/>
                    <a:pt x="1975" y="1382"/>
                    <a:pt x="1868" y="1489"/>
                  </a:cubicBezTo>
                  <a:cubicBezTo>
                    <a:pt x="1513" y="1827"/>
                    <a:pt x="1192" y="2183"/>
                    <a:pt x="872" y="2556"/>
                  </a:cubicBezTo>
                  <a:cubicBezTo>
                    <a:pt x="427" y="3108"/>
                    <a:pt x="125" y="3730"/>
                    <a:pt x="72" y="4424"/>
                  </a:cubicBezTo>
                  <a:cubicBezTo>
                    <a:pt x="0" y="5492"/>
                    <a:pt x="54" y="6577"/>
                    <a:pt x="54" y="7662"/>
                  </a:cubicBezTo>
                  <a:cubicBezTo>
                    <a:pt x="54" y="7911"/>
                    <a:pt x="143" y="8000"/>
                    <a:pt x="410" y="8000"/>
                  </a:cubicBezTo>
                  <a:lnTo>
                    <a:pt x="2616" y="8000"/>
                  </a:lnTo>
                  <a:cubicBezTo>
                    <a:pt x="2616" y="7982"/>
                    <a:pt x="2616" y="7982"/>
                    <a:pt x="2616" y="7982"/>
                  </a:cubicBezTo>
                  <a:lnTo>
                    <a:pt x="4822" y="7982"/>
                  </a:lnTo>
                  <a:cubicBezTo>
                    <a:pt x="5053" y="7982"/>
                    <a:pt x="5266" y="7911"/>
                    <a:pt x="5355" y="7698"/>
                  </a:cubicBezTo>
                  <a:cubicBezTo>
                    <a:pt x="5444" y="7466"/>
                    <a:pt x="5444" y="7235"/>
                    <a:pt x="5249" y="7039"/>
                  </a:cubicBezTo>
                  <a:cubicBezTo>
                    <a:pt x="5160" y="6968"/>
                    <a:pt x="5195" y="6933"/>
                    <a:pt x="5284" y="6897"/>
                  </a:cubicBezTo>
                  <a:cubicBezTo>
                    <a:pt x="5747" y="6719"/>
                    <a:pt x="5711" y="6132"/>
                    <a:pt x="5391" y="5901"/>
                  </a:cubicBezTo>
                  <a:cubicBezTo>
                    <a:pt x="5355" y="5883"/>
                    <a:pt x="5284" y="5865"/>
                    <a:pt x="5284" y="5812"/>
                  </a:cubicBezTo>
                  <a:cubicBezTo>
                    <a:pt x="5302" y="5758"/>
                    <a:pt x="5373" y="5758"/>
                    <a:pt x="5409" y="5741"/>
                  </a:cubicBezTo>
                  <a:cubicBezTo>
                    <a:pt x="5640" y="5669"/>
                    <a:pt x="5765" y="5527"/>
                    <a:pt x="5800" y="5296"/>
                  </a:cubicBezTo>
                  <a:cubicBezTo>
                    <a:pt x="5854" y="4993"/>
                    <a:pt x="5693" y="4798"/>
                    <a:pt x="5462" y="4638"/>
                  </a:cubicBezTo>
                  <a:cubicBezTo>
                    <a:pt x="5338" y="4549"/>
                    <a:pt x="5338" y="4531"/>
                    <a:pt x="5462" y="4460"/>
                  </a:cubicBezTo>
                  <a:cubicBezTo>
                    <a:pt x="5765" y="4317"/>
                    <a:pt x="5889" y="3944"/>
                    <a:pt x="5800" y="3624"/>
                  </a:cubicBezTo>
                  <a:cubicBezTo>
                    <a:pt x="5711" y="3321"/>
                    <a:pt x="5462" y="3161"/>
                    <a:pt x="5106" y="3161"/>
                  </a:cubicBezTo>
                  <a:cubicBezTo>
                    <a:pt x="4448" y="3161"/>
                    <a:pt x="3790" y="3161"/>
                    <a:pt x="3132" y="3179"/>
                  </a:cubicBezTo>
                  <a:cubicBezTo>
                    <a:pt x="3078" y="3179"/>
                    <a:pt x="3025" y="3179"/>
                    <a:pt x="2954" y="3161"/>
                  </a:cubicBezTo>
                  <a:cubicBezTo>
                    <a:pt x="2847" y="3143"/>
                    <a:pt x="2811" y="3108"/>
                    <a:pt x="2865" y="3001"/>
                  </a:cubicBezTo>
                  <a:cubicBezTo>
                    <a:pt x="2971" y="2823"/>
                    <a:pt x="3043" y="2645"/>
                    <a:pt x="3132" y="2449"/>
                  </a:cubicBezTo>
                  <a:cubicBezTo>
                    <a:pt x="3381" y="1916"/>
                    <a:pt x="3505" y="1364"/>
                    <a:pt x="3345" y="777"/>
                  </a:cubicBezTo>
                  <a:cubicBezTo>
                    <a:pt x="3292" y="564"/>
                    <a:pt x="3221" y="332"/>
                    <a:pt x="3025" y="172"/>
                  </a:cubicBezTo>
                  <a:cubicBezTo>
                    <a:pt x="2897" y="56"/>
                    <a:pt x="2755" y="1"/>
                    <a:pt x="2602" y="1"/>
                  </a:cubicBez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5340035" y="3371610"/>
              <a:ext cx="82472" cy="156234"/>
            </a:xfrm>
            <a:custGeom>
              <a:avLst/>
              <a:gdLst/>
              <a:ahLst/>
              <a:cxnLst/>
              <a:rect l="l" t="t" r="r" b="b"/>
              <a:pathLst>
                <a:path w="2367" h="4484" extrusionOk="0">
                  <a:moveTo>
                    <a:pt x="392" y="1"/>
                  </a:moveTo>
                  <a:cubicBezTo>
                    <a:pt x="89" y="1"/>
                    <a:pt x="0" y="72"/>
                    <a:pt x="0" y="374"/>
                  </a:cubicBezTo>
                  <a:cubicBezTo>
                    <a:pt x="0" y="1584"/>
                    <a:pt x="0" y="2776"/>
                    <a:pt x="0" y="3968"/>
                  </a:cubicBezTo>
                  <a:cubicBezTo>
                    <a:pt x="0" y="4057"/>
                    <a:pt x="0" y="4146"/>
                    <a:pt x="0" y="4235"/>
                  </a:cubicBezTo>
                  <a:cubicBezTo>
                    <a:pt x="18" y="4377"/>
                    <a:pt x="107" y="4484"/>
                    <a:pt x="285" y="4484"/>
                  </a:cubicBezTo>
                  <a:cubicBezTo>
                    <a:pt x="890" y="4466"/>
                    <a:pt x="1512" y="4466"/>
                    <a:pt x="2117" y="4466"/>
                  </a:cubicBezTo>
                  <a:cubicBezTo>
                    <a:pt x="2117" y="4448"/>
                    <a:pt x="2064" y="4395"/>
                    <a:pt x="2117" y="4377"/>
                  </a:cubicBezTo>
                  <a:cubicBezTo>
                    <a:pt x="2125" y="4375"/>
                    <a:pt x="2131" y="4373"/>
                    <a:pt x="2137" y="4373"/>
                  </a:cubicBezTo>
                  <a:cubicBezTo>
                    <a:pt x="2175" y="4373"/>
                    <a:pt x="2188" y="4417"/>
                    <a:pt x="2188" y="4448"/>
                  </a:cubicBezTo>
                  <a:cubicBezTo>
                    <a:pt x="2349" y="4395"/>
                    <a:pt x="2366" y="4252"/>
                    <a:pt x="2349" y="4128"/>
                  </a:cubicBezTo>
                  <a:cubicBezTo>
                    <a:pt x="2313" y="4110"/>
                    <a:pt x="2313" y="4110"/>
                    <a:pt x="2349" y="4092"/>
                  </a:cubicBezTo>
                  <a:cubicBezTo>
                    <a:pt x="2349" y="4092"/>
                    <a:pt x="2349" y="4075"/>
                    <a:pt x="2349" y="4075"/>
                  </a:cubicBezTo>
                  <a:cubicBezTo>
                    <a:pt x="2366" y="2811"/>
                    <a:pt x="2366" y="1548"/>
                    <a:pt x="2366" y="285"/>
                  </a:cubicBezTo>
                  <a:cubicBezTo>
                    <a:pt x="2366" y="89"/>
                    <a:pt x="2242" y="1"/>
                    <a:pt x="2028" y="1"/>
                  </a:cubicBez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6815958" y="1154329"/>
              <a:ext cx="282050" cy="267799"/>
            </a:xfrm>
            <a:custGeom>
              <a:avLst/>
              <a:gdLst/>
              <a:ahLst/>
              <a:cxnLst/>
              <a:rect l="l" t="t" r="r" b="b"/>
              <a:pathLst>
                <a:path w="8095" h="7686" extrusionOk="0">
                  <a:moveTo>
                    <a:pt x="4057" y="0"/>
                  </a:moveTo>
                  <a:lnTo>
                    <a:pt x="3096" y="2936"/>
                  </a:lnTo>
                  <a:lnTo>
                    <a:pt x="0" y="2936"/>
                  </a:lnTo>
                  <a:lnTo>
                    <a:pt x="2509" y="4750"/>
                  </a:lnTo>
                  <a:lnTo>
                    <a:pt x="1548" y="7686"/>
                  </a:lnTo>
                  <a:lnTo>
                    <a:pt x="4057" y="5871"/>
                  </a:lnTo>
                  <a:lnTo>
                    <a:pt x="6547" y="7686"/>
                  </a:lnTo>
                  <a:lnTo>
                    <a:pt x="5586" y="4750"/>
                  </a:lnTo>
                  <a:lnTo>
                    <a:pt x="8095" y="2936"/>
                  </a:lnTo>
                  <a:lnTo>
                    <a:pt x="4999" y="2936"/>
                  </a:lnTo>
                  <a:lnTo>
                    <a:pt x="4057" y="0"/>
                  </a:ln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7345331" y="2369276"/>
              <a:ext cx="195292" cy="185989"/>
            </a:xfrm>
            <a:custGeom>
              <a:avLst/>
              <a:gdLst/>
              <a:ahLst/>
              <a:cxnLst/>
              <a:rect l="l" t="t" r="r" b="b"/>
              <a:pathLst>
                <a:path w="5605" h="5338" extrusionOk="0">
                  <a:moveTo>
                    <a:pt x="2811" y="0"/>
                  </a:moveTo>
                  <a:lnTo>
                    <a:pt x="2135" y="2046"/>
                  </a:lnTo>
                  <a:lnTo>
                    <a:pt x="0" y="2046"/>
                  </a:lnTo>
                  <a:lnTo>
                    <a:pt x="1726" y="3292"/>
                  </a:lnTo>
                  <a:lnTo>
                    <a:pt x="1068" y="5338"/>
                  </a:lnTo>
                  <a:lnTo>
                    <a:pt x="1068" y="5338"/>
                  </a:lnTo>
                  <a:lnTo>
                    <a:pt x="2811" y="4074"/>
                  </a:lnTo>
                  <a:lnTo>
                    <a:pt x="4537" y="5338"/>
                  </a:lnTo>
                  <a:lnTo>
                    <a:pt x="3879" y="3292"/>
                  </a:lnTo>
                  <a:lnTo>
                    <a:pt x="5604" y="2046"/>
                  </a:lnTo>
                  <a:lnTo>
                    <a:pt x="3469" y="2046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5600384" y="1115897"/>
              <a:ext cx="728975" cy="653367"/>
            </a:xfrm>
            <a:custGeom>
              <a:avLst/>
              <a:gdLst/>
              <a:ahLst/>
              <a:cxnLst/>
              <a:rect l="l" t="t" r="r" b="b"/>
              <a:pathLst>
                <a:path w="20922" h="18752" extrusionOk="0">
                  <a:moveTo>
                    <a:pt x="961" y="0"/>
                  </a:moveTo>
                  <a:cubicBezTo>
                    <a:pt x="427" y="0"/>
                    <a:pt x="0" y="427"/>
                    <a:pt x="0" y="943"/>
                  </a:cubicBezTo>
                  <a:lnTo>
                    <a:pt x="0" y="17791"/>
                  </a:lnTo>
                  <a:cubicBezTo>
                    <a:pt x="0" y="18324"/>
                    <a:pt x="427" y="18751"/>
                    <a:pt x="961" y="18751"/>
                  </a:cubicBezTo>
                  <a:lnTo>
                    <a:pt x="19961" y="18751"/>
                  </a:lnTo>
                  <a:cubicBezTo>
                    <a:pt x="20495" y="18751"/>
                    <a:pt x="20922" y="18324"/>
                    <a:pt x="20922" y="17791"/>
                  </a:cubicBezTo>
                  <a:lnTo>
                    <a:pt x="20922" y="943"/>
                  </a:lnTo>
                  <a:cubicBezTo>
                    <a:pt x="20922" y="427"/>
                    <a:pt x="20495" y="0"/>
                    <a:pt x="19961" y="0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5692126" y="1556001"/>
              <a:ext cx="545494" cy="35"/>
            </a:xfrm>
            <a:custGeom>
              <a:avLst/>
              <a:gdLst/>
              <a:ahLst/>
              <a:cxnLst/>
              <a:rect l="l" t="t" r="r" b="b"/>
              <a:pathLst>
                <a:path w="15656" h="1" fill="none" extrusionOk="0">
                  <a:moveTo>
                    <a:pt x="15656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FFFFFF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2"/>
            <p:cNvSpPr/>
            <p:nvPr/>
          </p:nvSpPr>
          <p:spPr>
            <a:xfrm>
              <a:off x="5692126" y="1497116"/>
              <a:ext cx="545494" cy="35"/>
            </a:xfrm>
            <a:custGeom>
              <a:avLst/>
              <a:gdLst/>
              <a:ahLst/>
              <a:cxnLst/>
              <a:rect l="l" t="t" r="r" b="b"/>
              <a:pathLst>
                <a:path w="15656" h="1" fill="none" extrusionOk="0">
                  <a:moveTo>
                    <a:pt x="15656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FFFFFF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5692126" y="1437604"/>
              <a:ext cx="545494" cy="35"/>
            </a:xfrm>
            <a:custGeom>
              <a:avLst/>
              <a:gdLst/>
              <a:ahLst/>
              <a:cxnLst/>
              <a:rect l="l" t="t" r="r" b="b"/>
              <a:pathLst>
                <a:path w="15656" h="1" fill="none" extrusionOk="0">
                  <a:moveTo>
                    <a:pt x="15656" y="0"/>
                  </a:moveTo>
                  <a:lnTo>
                    <a:pt x="0" y="0"/>
                  </a:lnTo>
                </a:path>
              </a:pathLst>
            </a:custGeom>
            <a:noFill/>
            <a:ln w="5775" cap="rnd" cmpd="sng">
              <a:solidFill>
                <a:srgbClr val="FFFFFF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5684669" y="1596280"/>
              <a:ext cx="90556" cy="85573"/>
            </a:xfrm>
            <a:custGeom>
              <a:avLst/>
              <a:gdLst/>
              <a:ahLst/>
              <a:cxnLst/>
              <a:rect l="l" t="t" r="r" b="b"/>
              <a:pathLst>
                <a:path w="2599" h="2456" extrusionOk="0">
                  <a:moveTo>
                    <a:pt x="1299" y="1"/>
                  </a:moveTo>
                  <a:lnTo>
                    <a:pt x="997" y="944"/>
                  </a:lnTo>
                  <a:lnTo>
                    <a:pt x="1" y="944"/>
                  </a:lnTo>
                  <a:lnTo>
                    <a:pt x="801" y="1531"/>
                  </a:lnTo>
                  <a:lnTo>
                    <a:pt x="499" y="2456"/>
                  </a:lnTo>
                  <a:lnTo>
                    <a:pt x="1299" y="1887"/>
                  </a:lnTo>
                  <a:lnTo>
                    <a:pt x="2100" y="2456"/>
                  </a:lnTo>
                  <a:lnTo>
                    <a:pt x="1798" y="1531"/>
                  </a:lnTo>
                  <a:lnTo>
                    <a:pt x="2598" y="944"/>
                  </a:lnTo>
                  <a:lnTo>
                    <a:pt x="1602" y="944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2"/>
            <p:cNvSpPr/>
            <p:nvPr/>
          </p:nvSpPr>
          <p:spPr>
            <a:xfrm>
              <a:off x="5802439" y="1596280"/>
              <a:ext cx="89928" cy="85573"/>
            </a:xfrm>
            <a:custGeom>
              <a:avLst/>
              <a:gdLst/>
              <a:ahLst/>
              <a:cxnLst/>
              <a:rect l="l" t="t" r="r" b="b"/>
              <a:pathLst>
                <a:path w="2581" h="2456" extrusionOk="0">
                  <a:moveTo>
                    <a:pt x="1282" y="1"/>
                  </a:moveTo>
                  <a:lnTo>
                    <a:pt x="979" y="944"/>
                  </a:lnTo>
                  <a:lnTo>
                    <a:pt x="1" y="944"/>
                  </a:lnTo>
                  <a:lnTo>
                    <a:pt x="801" y="1531"/>
                  </a:lnTo>
                  <a:lnTo>
                    <a:pt x="481" y="2456"/>
                  </a:lnTo>
                  <a:lnTo>
                    <a:pt x="1282" y="1887"/>
                  </a:lnTo>
                  <a:lnTo>
                    <a:pt x="2082" y="2456"/>
                  </a:lnTo>
                  <a:lnTo>
                    <a:pt x="1780" y="1531"/>
                  </a:lnTo>
                  <a:lnTo>
                    <a:pt x="2581" y="944"/>
                  </a:lnTo>
                  <a:lnTo>
                    <a:pt x="1602" y="944"/>
                  </a:lnTo>
                  <a:lnTo>
                    <a:pt x="12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5919617" y="1596280"/>
              <a:ext cx="90521" cy="85573"/>
            </a:xfrm>
            <a:custGeom>
              <a:avLst/>
              <a:gdLst/>
              <a:ahLst/>
              <a:cxnLst/>
              <a:rect l="l" t="t" r="r" b="b"/>
              <a:pathLst>
                <a:path w="2598" h="2456" extrusionOk="0">
                  <a:moveTo>
                    <a:pt x="1299" y="1"/>
                  </a:moveTo>
                  <a:lnTo>
                    <a:pt x="997" y="944"/>
                  </a:lnTo>
                  <a:lnTo>
                    <a:pt x="0" y="944"/>
                  </a:lnTo>
                  <a:lnTo>
                    <a:pt x="801" y="1531"/>
                  </a:lnTo>
                  <a:lnTo>
                    <a:pt x="498" y="2456"/>
                  </a:lnTo>
                  <a:lnTo>
                    <a:pt x="1299" y="1887"/>
                  </a:lnTo>
                  <a:lnTo>
                    <a:pt x="2100" y="2456"/>
                  </a:lnTo>
                  <a:lnTo>
                    <a:pt x="1797" y="1531"/>
                  </a:lnTo>
                  <a:lnTo>
                    <a:pt x="2598" y="944"/>
                  </a:lnTo>
                  <a:lnTo>
                    <a:pt x="1601" y="944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6037387" y="1596280"/>
              <a:ext cx="89928" cy="85573"/>
            </a:xfrm>
            <a:custGeom>
              <a:avLst/>
              <a:gdLst/>
              <a:ahLst/>
              <a:cxnLst/>
              <a:rect l="l" t="t" r="r" b="b"/>
              <a:pathLst>
                <a:path w="2581" h="2456" extrusionOk="0">
                  <a:moveTo>
                    <a:pt x="1281" y="1"/>
                  </a:moveTo>
                  <a:lnTo>
                    <a:pt x="979" y="944"/>
                  </a:lnTo>
                  <a:lnTo>
                    <a:pt x="0" y="944"/>
                  </a:lnTo>
                  <a:lnTo>
                    <a:pt x="801" y="1531"/>
                  </a:lnTo>
                  <a:lnTo>
                    <a:pt x="481" y="2456"/>
                  </a:lnTo>
                  <a:lnTo>
                    <a:pt x="1281" y="1887"/>
                  </a:lnTo>
                  <a:lnTo>
                    <a:pt x="2082" y="2456"/>
                  </a:lnTo>
                  <a:lnTo>
                    <a:pt x="1780" y="1531"/>
                  </a:lnTo>
                  <a:lnTo>
                    <a:pt x="2580" y="944"/>
                  </a:lnTo>
                  <a:lnTo>
                    <a:pt x="1602" y="944"/>
                  </a:lnTo>
                  <a:lnTo>
                    <a:pt x="1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6154530" y="1596280"/>
              <a:ext cx="90556" cy="85573"/>
            </a:xfrm>
            <a:custGeom>
              <a:avLst/>
              <a:gdLst/>
              <a:ahLst/>
              <a:cxnLst/>
              <a:rect l="l" t="t" r="r" b="b"/>
              <a:pathLst>
                <a:path w="2599" h="2456" extrusionOk="0">
                  <a:moveTo>
                    <a:pt x="1300" y="1"/>
                  </a:moveTo>
                  <a:lnTo>
                    <a:pt x="997" y="944"/>
                  </a:lnTo>
                  <a:lnTo>
                    <a:pt x="1" y="944"/>
                  </a:lnTo>
                  <a:lnTo>
                    <a:pt x="801" y="1531"/>
                  </a:lnTo>
                  <a:lnTo>
                    <a:pt x="499" y="2456"/>
                  </a:lnTo>
                  <a:lnTo>
                    <a:pt x="1300" y="1887"/>
                  </a:lnTo>
                  <a:lnTo>
                    <a:pt x="2100" y="2456"/>
                  </a:lnTo>
                  <a:lnTo>
                    <a:pt x="1798" y="1531"/>
                  </a:lnTo>
                  <a:lnTo>
                    <a:pt x="2598" y="944"/>
                  </a:lnTo>
                  <a:lnTo>
                    <a:pt x="1602" y="944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5871255" y="1208859"/>
              <a:ext cx="187244" cy="186616"/>
            </a:xfrm>
            <a:custGeom>
              <a:avLst/>
              <a:gdLst/>
              <a:ahLst/>
              <a:cxnLst/>
              <a:rect l="l" t="t" r="r" b="b"/>
              <a:pathLst>
                <a:path w="5374" h="5356" extrusionOk="0">
                  <a:moveTo>
                    <a:pt x="2687" y="1"/>
                  </a:moveTo>
                  <a:cubicBezTo>
                    <a:pt x="1210" y="1"/>
                    <a:pt x="1" y="1193"/>
                    <a:pt x="1" y="2669"/>
                  </a:cubicBezTo>
                  <a:cubicBezTo>
                    <a:pt x="1" y="4146"/>
                    <a:pt x="1210" y="5356"/>
                    <a:pt x="2687" y="5356"/>
                  </a:cubicBezTo>
                  <a:cubicBezTo>
                    <a:pt x="4164" y="5356"/>
                    <a:pt x="5373" y="4164"/>
                    <a:pt x="5373" y="2669"/>
                  </a:cubicBezTo>
                  <a:cubicBezTo>
                    <a:pt x="5373" y="1193"/>
                    <a:pt x="4164" y="1"/>
                    <a:pt x="26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5164600" y="1986175"/>
              <a:ext cx="478562" cy="450688"/>
            </a:xfrm>
            <a:custGeom>
              <a:avLst/>
              <a:gdLst/>
              <a:ahLst/>
              <a:cxnLst/>
              <a:rect l="l" t="t" r="r" b="b"/>
              <a:pathLst>
                <a:path w="13735" h="12935" extrusionOk="0">
                  <a:moveTo>
                    <a:pt x="6868" y="1"/>
                  </a:moveTo>
                  <a:cubicBezTo>
                    <a:pt x="3078" y="1"/>
                    <a:pt x="1" y="2901"/>
                    <a:pt x="1" y="6477"/>
                  </a:cubicBezTo>
                  <a:cubicBezTo>
                    <a:pt x="1" y="10035"/>
                    <a:pt x="3078" y="12935"/>
                    <a:pt x="6868" y="12935"/>
                  </a:cubicBezTo>
                  <a:cubicBezTo>
                    <a:pt x="10657" y="12935"/>
                    <a:pt x="13735" y="10035"/>
                    <a:pt x="13735" y="6477"/>
                  </a:cubicBezTo>
                  <a:cubicBezTo>
                    <a:pt x="13735" y="2901"/>
                    <a:pt x="10657" y="1"/>
                    <a:pt x="6868" y="1"/>
                  </a:cubicBezTo>
                  <a:close/>
                </a:path>
              </a:pathLst>
            </a:custGeom>
            <a:solidFill>
              <a:srgbClr val="9599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5260070" y="2126280"/>
              <a:ext cx="287660" cy="223793"/>
            </a:xfrm>
            <a:custGeom>
              <a:avLst/>
              <a:gdLst/>
              <a:ahLst/>
              <a:cxnLst/>
              <a:rect l="l" t="t" r="r" b="b"/>
              <a:pathLst>
                <a:path w="8256" h="6423" extrusionOk="0">
                  <a:moveTo>
                    <a:pt x="2082" y="1"/>
                  </a:moveTo>
                  <a:cubicBezTo>
                    <a:pt x="925" y="1"/>
                    <a:pt x="0" y="872"/>
                    <a:pt x="0" y="1958"/>
                  </a:cubicBezTo>
                  <a:cubicBezTo>
                    <a:pt x="0" y="4377"/>
                    <a:pt x="4128" y="6423"/>
                    <a:pt x="4128" y="6423"/>
                  </a:cubicBezTo>
                  <a:cubicBezTo>
                    <a:pt x="4128" y="6423"/>
                    <a:pt x="8255" y="4377"/>
                    <a:pt x="8255" y="1958"/>
                  </a:cubicBezTo>
                  <a:cubicBezTo>
                    <a:pt x="8255" y="872"/>
                    <a:pt x="7330" y="1"/>
                    <a:pt x="6191" y="1"/>
                  </a:cubicBezTo>
                  <a:cubicBezTo>
                    <a:pt x="5053" y="1"/>
                    <a:pt x="4128" y="872"/>
                    <a:pt x="4128" y="1958"/>
                  </a:cubicBezTo>
                  <a:cubicBezTo>
                    <a:pt x="4128" y="872"/>
                    <a:pt x="3220" y="1"/>
                    <a:pt x="20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7636654" y="2376071"/>
              <a:ext cx="560407" cy="1777386"/>
            </a:xfrm>
            <a:custGeom>
              <a:avLst/>
              <a:gdLst/>
              <a:ahLst/>
              <a:cxnLst/>
              <a:rect l="l" t="t" r="r" b="b"/>
              <a:pathLst>
                <a:path w="16084" h="51012" extrusionOk="0">
                  <a:moveTo>
                    <a:pt x="8464" y="1"/>
                  </a:moveTo>
                  <a:cubicBezTo>
                    <a:pt x="4593" y="1"/>
                    <a:pt x="3413" y="4060"/>
                    <a:pt x="2936" y="7206"/>
                  </a:cubicBezTo>
                  <a:cubicBezTo>
                    <a:pt x="1958" y="13860"/>
                    <a:pt x="1264" y="21545"/>
                    <a:pt x="873" y="28270"/>
                  </a:cubicBezTo>
                  <a:cubicBezTo>
                    <a:pt x="659" y="31615"/>
                    <a:pt x="410" y="34443"/>
                    <a:pt x="303" y="37788"/>
                  </a:cubicBezTo>
                  <a:cubicBezTo>
                    <a:pt x="179" y="41221"/>
                    <a:pt x="1" y="47181"/>
                    <a:pt x="143" y="50597"/>
                  </a:cubicBezTo>
                  <a:cubicBezTo>
                    <a:pt x="143" y="50668"/>
                    <a:pt x="143" y="50739"/>
                    <a:pt x="197" y="50793"/>
                  </a:cubicBezTo>
                  <a:cubicBezTo>
                    <a:pt x="250" y="50864"/>
                    <a:pt x="339" y="50864"/>
                    <a:pt x="410" y="50882"/>
                  </a:cubicBezTo>
                  <a:cubicBezTo>
                    <a:pt x="1249" y="50965"/>
                    <a:pt x="2093" y="51011"/>
                    <a:pt x="2937" y="51011"/>
                  </a:cubicBezTo>
                  <a:cubicBezTo>
                    <a:pt x="3543" y="51011"/>
                    <a:pt x="4149" y="50987"/>
                    <a:pt x="4751" y="50935"/>
                  </a:cubicBezTo>
                  <a:cubicBezTo>
                    <a:pt x="4822" y="50935"/>
                    <a:pt x="4893" y="50935"/>
                    <a:pt x="4947" y="50882"/>
                  </a:cubicBezTo>
                  <a:cubicBezTo>
                    <a:pt x="5000" y="50846"/>
                    <a:pt x="4448" y="50633"/>
                    <a:pt x="4466" y="50561"/>
                  </a:cubicBezTo>
                  <a:cubicBezTo>
                    <a:pt x="5587" y="47146"/>
                    <a:pt x="6334" y="41026"/>
                    <a:pt x="6690" y="37468"/>
                  </a:cubicBezTo>
                  <a:cubicBezTo>
                    <a:pt x="7402" y="30014"/>
                    <a:pt x="8949" y="22755"/>
                    <a:pt x="11743" y="15852"/>
                  </a:cubicBezTo>
                  <a:cubicBezTo>
                    <a:pt x="14518" y="9341"/>
                    <a:pt x="16083" y="126"/>
                    <a:pt x="8540" y="1"/>
                  </a:cubicBezTo>
                  <a:cubicBezTo>
                    <a:pt x="8515" y="1"/>
                    <a:pt x="8490" y="1"/>
                    <a:pt x="8464" y="1"/>
                  </a:cubicBezTo>
                  <a:close/>
                </a:path>
              </a:pathLst>
            </a:custGeom>
            <a:solidFill>
              <a:srgbClr val="B67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2"/>
            <p:cNvSpPr/>
            <p:nvPr/>
          </p:nvSpPr>
          <p:spPr>
            <a:xfrm>
              <a:off x="7905679" y="2376105"/>
              <a:ext cx="291388" cy="1044474"/>
            </a:xfrm>
            <a:custGeom>
              <a:avLst/>
              <a:gdLst/>
              <a:ahLst/>
              <a:cxnLst/>
              <a:rect l="l" t="t" r="r" b="b"/>
              <a:pathLst>
                <a:path w="8363" h="29977" extrusionOk="0">
                  <a:moveTo>
                    <a:pt x="819" y="0"/>
                  </a:moveTo>
                  <a:cubicBezTo>
                    <a:pt x="535" y="0"/>
                    <a:pt x="250" y="18"/>
                    <a:pt x="1" y="54"/>
                  </a:cubicBezTo>
                  <a:lnTo>
                    <a:pt x="1" y="29977"/>
                  </a:lnTo>
                  <a:cubicBezTo>
                    <a:pt x="873" y="25138"/>
                    <a:pt x="2171" y="20424"/>
                    <a:pt x="4022" y="15851"/>
                  </a:cubicBezTo>
                  <a:cubicBezTo>
                    <a:pt x="6797" y="9340"/>
                    <a:pt x="8362" y="125"/>
                    <a:pt x="819" y="0"/>
                  </a:cubicBezTo>
                  <a:close/>
                </a:path>
              </a:pathLst>
            </a:custGeom>
            <a:solidFill>
              <a:srgbClr val="A35E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2"/>
            <p:cNvSpPr/>
            <p:nvPr/>
          </p:nvSpPr>
          <p:spPr>
            <a:xfrm>
              <a:off x="7450696" y="4212167"/>
              <a:ext cx="360167" cy="38466"/>
            </a:xfrm>
            <a:custGeom>
              <a:avLst/>
              <a:gdLst/>
              <a:ahLst/>
              <a:cxnLst/>
              <a:rect l="l" t="t" r="r" b="b"/>
              <a:pathLst>
                <a:path w="10337" h="1104" extrusionOk="0">
                  <a:moveTo>
                    <a:pt x="1" y="0"/>
                  </a:moveTo>
                  <a:lnTo>
                    <a:pt x="1" y="1103"/>
                  </a:lnTo>
                  <a:lnTo>
                    <a:pt x="10123" y="1103"/>
                  </a:lnTo>
                  <a:cubicBezTo>
                    <a:pt x="10248" y="1103"/>
                    <a:pt x="10337" y="1014"/>
                    <a:pt x="10337" y="908"/>
                  </a:cubicBezTo>
                  <a:lnTo>
                    <a:pt x="10337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7443867" y="4084467"/>
              <a:ext cx="375080" cy="138255"/>
            </a:xfrm>
            <a:custGeom>
              <a:avLst/>
              <a:gdLst/>
              <a:ahLst/>
              <a:cxnLst/>
              <a:rect l="l" t="t" r="r" b="b"/>
              <a:pathLst>
                <a:path w="10765" h="3968" extrusionOk="0">
                  <a:moveTo>
                    <a:pt x="10462" y="0"/>
                  </a:moveTo>
                  <a:cubicBezTo>
                    <a:pt x="10462" y="1"/>
                    <a:pt x="10462" y="1"/>
                    <a:pt x="10462" y="2"/>
                  </a:cubicBezTo>
                  <a:lnTo>
                    <a:pt x="10462" y="2"/>
                  </a:lnTo>
                  <a:cubicBezTo>
                    <a:pt x="10462" y="1"/>
                    <a:pt x="10462" y="1"/>
                    <a:pt x="10462" y="0"/>
                  </a:cubicBezTo>
                  <a:close/>
                  <a:moveTo>
                    <a:pt x="10462" y="2"/>
                  </a:moveTo>
                  <a:lnTo>
                    <a:pt x="10462" y="2"/>
                  </a:lnTo>
                  <a:cubicBezTo>
                    <a:pt x="10462" y="162"/>
                    <a:pt x="6707" y="499"/>
                    <a:pt x="6370" y="552"/>
                  </a:cubicBezTo>
                  <a:cubicBezTo>
                    <a:pt x="5036" y="730"/>
                    <a:pt x="3773" y="1086"/>
                    <a:pt x="2474" y="1441"/>
                  </a:cubicBezTo>
                  <a:cubicBezTo>
                    <a:pt x="1869" y="1619"/>
                    <a:pt x="1246" y="1797"/>
                    <a:pt x="766" y="2189"/>
                  </a:cubicBezTo>
                  <a:cubicBezTo>
                    <a:pt x="286" y="2580"/>
                    <a:pt x="1" y="3238"/>
                    <a:pt x="250" y="3790"/>
                  </a:cubicBezTo>
                  <a:cubicBezTo>
                    <a:pt x="268" y="3861"/>
                    <a:pt x="303" y="3914"/>
                    <a:pt x="339" y="3968"/>
                  </a:cubicBezTo>
                  <a:lnTo>
                    <a:pt x="10640" y="3968"/>
                  </a:lnTo>
                  <a:cubicBezTo>
                    <a:pt x="10764" y="3612"/>
                    <a:pt x="10657" y="3238"/>
                    <a:pt x="10640" y="2847"/>
                  </a:cubicBezTo>
                  <a:cubicBezTo>
                    <a:pt x="10586" y="1887"/>
                    <a:pt x="10515" y="944"/>
                    <a:pt x="10462" y="2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2"/>
            <p:cNvSpPr/>
            <p:nvPr/>
          </p:nvSpPr>
          <p:spPr>
            <a:xfrm>
              <a:off x="7643484" y="4044328"/>
              <a:ext cx="135154" cy="95712"/>
            </a:xfrm>
            <a:custGeom>
              <a:avLst/>
              <a:gdLst/>
              <a:ahLst/>
              <a:cxnLst/>
              <a:rect l="l" t="t" r="r" b="b"/>
              <a:pathLst>
                <a:path w="3879" h="2747" extrusionOk="0">
                  <a:moveTo>
                    <a:pt x="1959" y="0"/>
                  </a:moveTo>
                  <a:cubicBezTo>
                    <a:pt x="1603" y="0"/>
                    <a:pt x="1242" y="102"/>
                    <a:pt x="943" y="299"/>
                  </a:cubicBezTo>
                  <a:cubicBezTo>
                    <a:pt x="321" y="726"/>
                    <a:pt x="1" y="1490"/>
                    <a:pt x="36" y="2238"/>
                  </a:cubicBezTo>
                  <a:cubicBezTo>
                    <a:pt x="36" y="2362"/>
                    <a:pt x="54" y="2522"/>
                    <a:pt x="161" y="2611"/>
                  </a:cubicBezTo>
                  <a:cubicBezTo>
                    <a:pt x="267" y="2700"/>
                    <a:pt x="410" y="2700"/>
                    <a:pt x="552" y="2718"/>
                  </a:cubicBezTo>
                  <a:cubicBezTo>
                    <a:pt x="1139" y="2718"/>
                    <a:pt x="1744" y="2718"/>
                    <a:pt x="2331" y="2736"/>
                  </a:cubicBezTo>
                  <a:cubicBezTo>
                    <a:pt x="2460" y="2736"/>
                    <a:pt x="2601" y="2746"/>
                    <a:pt x="2742" y="2746"/>
                  </a:cubicBezTo>
                  <a:cubicBezTo>
                    <a:pt x="3008" y="2746"/>
                    <a:pt x="3271" y="2708"/>
                    <a:pt x="3434" y="2487"/>
                  </a:cubicBezTo>
                  <a:cubicBezTo>
                    <a:pt x="3879" y="1900"/>
                    <a:pt x="3470" y="797"/>
                    <a:pt x="3025" y="370"/>
                  </a:cubicBezTo>
                  <a:cubicBezTo>
                    <a:pt x="2729" y="120"/>
                    <a:pt x="2346" y="0"/>
                    <a:pt x="1959" y="0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7612473" y="4112377"/>
              <a:ext cx="28571" cy="19233"/>
            </a:xfrm>
            <a:custGeom>
              <a:avLst/>
              <a:gdLst/>
              <a:ahLst/>
              <a:cxnLst/>
              <a:rect l="l" t="t" r="r" b="b"/>
              <a:pathLst>
                <a:path w="820" h="552" fill="none" extrusionOk="0">
                  <a:moveTo>
                    <a:pt x="1" y="36"/>
                  </a:moveTo>
                  <a:cubicBezTo>
                    <a:pt x="339" y="0"/>
                    <a:pt x="713" y="214"/>
                    <a:pt x="819" y="552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7574668" y="4127255"/>
              <a:ext cx="30418" cy="17386"/>
            </a:xfrm>
            <a:custGeom>
              <a:avLst/>
              <a:gdLst/>
              <a:ahLst/>
              <a:cxnLst/>
              <a:rect l="l" t="t" r="r" b="b"/>
              <a:pathLst>
                <a:path w="873" h="499" fill="none" extrusionOk="0">
                  <a:moveTo>
                    <a:pt x="873" y="498"/>
                  </a:moveTo>
                  <a:cubicBezTo>
                    <a:pt x="695" y="196"/>
                    <a:pt x="339" y="0"/>
                    <a:pt x="1" y="0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7540592" y="4136523"/>
              <a:ext cx="18641" cy="13066"/>
            </a:xfrm>
            <a:custGeom>
              <a:avLst/>
              <a:gdLst/>
              <a:ahLst/>
              <a:cxnLst/>
              <a:rect l="l" t="t" r="r" b="b"/>
              <a:pathLst>
                <a:path w="535" h="375" fill="none" extrusionOk="0">
                  <a:moveTo>
                    <a:pt x="534" y="374"/>
                  </a:moveTo>
                  <a:cubicBezTo>
                    <a:pt x="463" y="161"/>
                    <a:pt x="232" y="1"/>
                    <a:pt x="0" y="1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7884006" y="2337883"/>
              <a:ext cx="416577" cy="1789929"/>
            </a:xfrm>
            <a:custGeom>
              <a:avLst/>
              <a:gdLst/>
              <a:ahLst/>
              <a:cxnLst/>
              <a:rect l="l" t="t" r="r" b="b"/>
              <a:pathLst>
                <a:path w="11956" h="51372" extrusionOk="0">
                  <a:moveTo>
                    <a:pt x="4510" y="1"/>
                  </a:moveTo>
                  <a:cubicBezTo>
                    <a:pt x="4424" y="1"/>
                    <a:pt x="4338" y="5"/>
                    <a:pt x="4252" y="12"/>
                  </a:cubicBezTo>
                  <a:cubicBezTo>
                    <a:pt x="3202" y="83"/>
                    <a:pt x="2384" y="670"/>
                    <a:pt x="1779" y="1489"/>
                  </a:cubicBezTo>
                  <a:cubicBezTo>
                    <a:pt x="0" y="3890"/>
                    <a:pt x="996" y="10419"/>
                    <a:pt x="1299" y="13284"/>
                  </a:cubicBezTo>
                  <a:cubicBezTo>
                    <a:pt x="1726" y="17055"/>
                    <a:pt x="2349" y="23389"/>
                    <a:pt x="2740" y="27196"/>
                  </a:cubicBezTo>
                  <a:cubicBezTo>
                    <a:pt x="3523" y="35166"/>
                    <a:pt x="4999" y="43349"/>
                    <a:pt x="5907" y="51302"/>
                  </a:cubicBezTo>
                  <a:cubicBezTo>
                    <a:pt x="6463" y="51349"/>
                    <a:pt x="6914" y="51372"/>
                    <a:pt x="7320" y="51372"/>
                  </a:cubicBezTo>
                  <a:cubicBezTo>
                    <a:pt x="8278" y="51372"/>
                    <a:pt x="8991" y="51247"/>
                    <a:pt x="10265" y="51035"/>
                  </a:cubicBezTo>
                  <a:cubicBezTo>
                    <a:pt x="11457" y="42371"/>
                    <a:pt x="11955" y="38190"/>
                    <a:pt x="10888" y="29402"/>
                  </a:cubicBezTo>
                  <a:cubicBezTo>
                    <a:pt x="10781" y="28512"/>
                    <a:pt x="10870" y="21040"/>
                    <a:pt x="10835" y="20079"/>
                  </a:cubicBezTo>
                  <a:cubicBezTo>
                    <a:pt x="10639" y="14369"/>
                    <a:pt x="11404" y="6861"/>
                    <a:pt x="7970" y="2040"/>
                  </a:cubicBezTo>
                  <a:cubicBezTo>
                    <a:pt x="7167" y="902"/>
                    <a:pt x="5861" y="1"/>
                    <a:pt x="4510" y="1"/>
                  </a:cubicBezTo>
                  <a:close/>
                </a:path>
              </a:pathLst>
            </a:custGeom>
            <a:solidFill>
              <a:srgbClr val="B67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7889581" y="4215268"/>
              <a:ext cx="360167" cy="39093"/>
            </a:xfrm>
            <a:custGeom>
              <a:avLst/>
              <a:gdLst/>
              <a:ahLst/>
              <a:cxnLst/>
              <a:rect l="l" t="t" r="r" b="b"/>
              <a:pathLst>
                <a:path w="10337" h="1122" extrusionOk="0">
                  <a:moveTo>
                    <a:pt x="0" y="0"/>
                  </a:moveTo>
                  <a:lnTo>
                    <a:pt x="0" y="1121"/>
                  </a:lnTo>
                  <a:lnTo>
                    <a:pt x="10123" y="1121"/>
                  </a:lnTo>
                  <a:cubicBezTo>
                    <a:pt x="10248" y="1121"/>
                    <a:pt x="10337" y="1014"/>
                    <a:pt x="10337" y="908"/>
                  </a:cubicBezTo>
                  <a:lnTo>
                    <a:pt x="10337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2"/>
            <p:cNvSpPr/>
            <p:nvPr/>
          </p:nvSpPr>
          <p:spPr>
            <a:xfrm>
              <a:off x="7882125" y="4087568"/>
              <a:ext cx="375672" cy="138255"/>
            </a:xfrm>
            <a:custGeom>
              <a:avLst/>
              <a:gdLst/>
              <a:ahLst/>
              <a:cxnLst/>
              <a:rect l="l" t="t" r="r" b="b"/>
              <a:pathLst>
                <a:path w="10782" h="3968" extrusionOk="0">
                  <a:moveTo>
                    <a:pt x="10479" y="0"/>
                  </a:moveTo>
                  <a:cubicBezTo>
                    <a:pt x="10479" y="1"/>
                    <a:pt x="10479" y="1"/>
                    <a:pt x="10479" y="2"/>
                  </a:cubicBezTo>
                  <a:lnTo>
                    <a:pt x="10479" y="2"/>
                  </a:lnTo>
                  <a:cubicBezTo>
                    <a:pt x="10479" y="1"/>
                    <a:pt x="10479" y="1"/>
                    <a:pt x="10479" y="0"/>
                  </a:cubicBezTo>
                  <a:close/>
                  <a:moveTo>
                    <a:pt x="10479" y="2"/>
                  </a:moveTo>
                  <a:lnTo>
                    <a:pt x="10479" y="2"/>
                  </a:lnTo>
                  <a:cubicBezTo>
                    <a:pt x="10480" y="162"/>
                    <a:pt x="6725" y="516"/>
                    <a:pt x="6388" y="552"/>
                  </a:cubicBezTo>
                  <a:cubicBezTo>
                    <a:pt x="5036" y="748"/>
                    <a:pt x="3790" y="1086"/>
                    <a:pt x="2491" y="1459"/>
                  </a:cubicBezTo>
                  <a:cubicBezTo>
                    <a:pt x="1887" y="1619"/>
                    <a:pt x="1264" y="1797"/>
                    <a:pt x="784" y="2189"/>
                  </a:cubicBezTo>
                  <a:cubicBezTo>
                    <a:pt x="303" y="2580"/>
                    <a:pt x="1" y="3256"/>
                    <a:pt x="268" y="3808"/>
                  </a:cubicBezTo>
                  <a:cubicBezTo>
                    <a:pt x="285" y="3861"/>
                    <a:pt x="321" y="3914"/>
                    <a:pt x="357" y="3968"/>
                  </a:cubicBezTo>
                  <a:lnTo>
                    <a:pt x="10657" y="3968"/>
                  </a:lnTo>
                  <a:cubicBezTo>
                    <a:pt x="10782" y="3612"/>
                    <a:pt x="10675" y="3238"/>
                    <a:pt x="10657" y="2847"/>
                  </a:cubicBezTo>
                  <a:cubicBezTo>
                    <a:pt x="10586" y="1887"/>
                    <a:pt x="10533" y="944"/>
                    <a:pt x="10479" y="2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2"/>
            <p:cNvSpPr/>
            <p:nvPr/>
          </p:nvSpPr>
          <p:spPr>
            <a:xfrm>
              <a:off x="8081741" y="4047394"/>
              <a:ext cx="135781" cy="95747"/>
            </a:xfrm>
            <a:custGeom>
              <a:avLst/>
              <a:gdLst/>
              <a:ahLst/>
              <a:cxnLst/>
              <a:rect l="l" t="t" r="r" b="b"/>
              <a:pathLst>
                <a:path w="3897" h="2748" extrusionOk="0">
                  <a:moveTo>
                    <a:pt x="1977" y="1"/>
                  </a:moveTo>
                  <a:cubicBezTo>
                    <a:pt x="1620" y="1"/>
                    <a:pt x="1260" y="103"/>
                    <a:pt x="961" y="299"/>
                  </a:cubicBezTo>
                  <a:cubicBezTo>
                    <a:pt x="338" y="726"/>
                    <a:pt x="0" y="1491"/>
                    <a:pt x="36" y="2239"/>
                  </a:cubicBezTo>
                  <a:cubicBezTo>
                    <a:pt x="54" y="2381"/>
                    <a:pt x="72" y="2523"/>
                    <a:pt x="178" y="2612"/>
                  </a:cubicBezTo>
                  <a:cubicBezTo>
                    <a:pt x="285" y="2701"/>
                    <a:pt x="427" y="2719"/>
                    <a:pt x="570" y="2719"/>
                  </a:cubicBezTo>
                  <a:cubicBezTo>
                    <a:pt x="1157" y="2719"/>
                    <a:pt x="1744" y="2719"/>
                    <a:pt x="2349" y="2737"/>
                  </a:cubicBezTo>
                  <a:cubicBezTo>
                    <a:pt x="2478" y="2737"/>
                    <a:pt x="2617" y="2747"/>
                    <a:pt x="2755" y="2747"/>
                  </a:cubicBezTo>
                  <a:cubicBezTo>
                    <a:pt x="3018" y="2747"/>
                    <a:pt x="3277" y="2709"/>
                    <a:pt x="3452" y="2488"/>
                  </a:cubicBezTo>
                  <a:cubicBezTo>
                    <a:pt x="3896" y="1901"/>
                    <a:pt x="3487" y="798"/>
                    <a:pt x="3043" y="371"/>
                  </a:cubicBezTo>
                  <a:cubicBezTo>
                    <a:pt x="2746" y="121"/>
                    <a:pt x="2364" y="1"/>
                    <a:pt x="1977" y="1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8051358" y="4115443"/>
              <a:ext cx="28536" cy="19268"/>
            </a:xfrm>
            <a:custGeom>
              <a:avLst/>
              <a:gdLst/>
              <a:ahLst/>
              <a:cxnLst/>
              <a:rect l="l" t="t" r="r" b="b"/>
              <a:pathLst>
                <a:path w="819" h="553" fill="none" extrusionOk="0">
                  <a:moveTo>
                    <a:pt x="1" y="37"/>
                  </a:moveTo>
                  <a:cubicBezTo>
                    <a:pt x="339" y="1"/>
                    <a:pt x="712" y="214"/>
                    <a:pt x="819" y="552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8012926" y="4130321"/>
              <a:ext cx="31045" cy="17421"/>
            </a:xfrm>
            <a:custGeom>
              <a:avLst/>
              <a:gdLst/>
              <a:ahLst/>
              <a:cxnLst/>
              <a:rect l="l" t="t" r="r" b="b"/>
              <a:pathLst>
                <a:path w="891" h="500" fill="none" extrusionOk="0">
                  <a:moveTo>
                    <a:pt x="890" y="499"/>
                  </a:moveTo>
                  <a:cubicBezTo>
                    <a:pt x="694" y="214"/>
                    <a:pt x="356" y="19"/>
                    <a:pt x="1" y="1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7979442" y="4139624"/>
              <a:ext cx="18641" cy="13066"/>
            </a:xfrm>
            <a:custGeom>
              <a:avLst/>
              <a:gdLst/>
              <a:ahLst/>
              <a:cxnLst/>
              <a:rect l="l" t="t" r="r" b="b"/>
              <a:pathLst>
                <a:path w="535" h="375" fill="none" extrusionOk="0">
                  <a:moveTo>
                    <a:pt x="535" y="374"/>
                  </a:moveTo>
                  <a:cubicBezTo>
                    <a:pt x="446" y="161"/>
                    <a:pt x="232" y="1"/>
                    <a:pt x="1" y="1"/>
                  </a:cubicBezTo>
                </a:path>
              </a:pathLst>
            </a:custGeom>
            <a:noFill/>
            <a:ln w="5325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7735226" y="2314538"/>
              <a:ext cx="521975" cy="382013"/>
            </a:xfrm>
            <a:custGeom>
              <a:avLst/>
              <a:gdLst/>
              <a:ahLst/>
              <a:cxnLst/>
              <a:rect l="l" t="t" r="r" b="b"/>
              <a:pathLst>
                <a:path w="14981" h="10964" extrusionOk="0">
                  <a:moveTo>
                    <a:pt x="7854" y="1"/>
                  </a:moveTo>
                  <a:cubicBezTo>
                    <a:pt x="6348" y="1"/>
                    <a:pt x="4839" y="547"/>
                    <a:pt x="3612" y="1411"/>
                  </a:cubicBezTo>
                  <a:cubicBezTo>
                    <a:pt x="1584" y="2817"/>
                    <a:pt x="765" y="5076"/>
                    <a:pt x="285" y="7407"/>
                  </a:cubicBezTo>
                  <a:cubicBezTo>
                    <a:pt x="161" y="8012"/>
                    <a:pt x="1" y="8510"/>
                    <a:pt x="623" y="8830"/>
                  </a:cubicBezTo>
                  <a:cubicBezTo>
                    <a:pt x="1264" y="9132"/>
                    <a:pt x="1940" y="9399"/>
                    <a:pt x="2616" y="9648"/>
                  </a:cubicBezTo>
                  <a:cubicBezTo>
                    <a:pt x="3879" y="10093"/>
                    <a:pt x="5178" y="10395"/>
                    <a:pt x="6494" y="10609"/>
                  </a:cubicBezTo>
                  <a:lnTo>
                    <a:pt x="6530" y="10609"/>
                  </a:lnTo>
                  <a:cubicBezTo>
                    <a:pt x="6885" y="10662"/>
                    <a:pt x="7241" y="10716"/>
                    <a:pt x="7597" y="10769"/>
                  </a:cubicBezTo>
                  <a:cubicBezTo>
                    <a:pt x="7864" y="10805"/>
                    <a:pt x="8131" y="10822"/>
                    <a:pt x="8398" y="10858"/>
                  </a:cubicBezTo>
                  <a:cubicBezTo>
                    <a:pt x="8487" y="10858"/>
                    <a:pt x="8575" y="10876"/>
                    <a:pt x="8664" y="10876"/>
                  </a:cubicBezTo>
                  <a:cubicBezTo>
                    <a:pt x="8878" y="10894"/>
                    <a:pt x="9109" y="10911"/>
                    <a:pt x="9323" y="10929"/>
                  </a:cubicBezTo>
                  <a:cubicBezTo>
                    <a:pt x="9447" y="10929"/>
                    <a:pt x="9590" y="10929"/>
                    <a:pt x="9714" y="10947"/>
                  </a:cubicBezTo>
                  <a:lnTo>
                    <a:pt x="9999" y="10947"/>
                  </a:lnTo>
                  <a:cubicBezTo>
                    <a:pt x="10333" y="10958"/>
                    <a:pt x="10658" y="10963"/>
                    <a:pt x="10979" y="10963"/>
                  </a:cubicBezTo>
                  <a:cubicBezTo>
                    <a:pt x="12280" y="10963"/>
                    <a:pt x="13496" y="10869"/>
                    <a:pt x="14838" y="10627"/>
                  </a:cubicBezTo>
                  <a:cubicBezTo>
                    <a:pt x="14980" y="10609"/>
                    <a:pt x="14606" y="7389"/>
                    <a:pt x="14535" y="7104"/>
                  </a:cubicBezTo>
                  <a:cubicBezTo>
                    <a:pt x="14268" y="5948"/>
                    <a:pt x="13877" y="4809"/>
                    <a:pt x="13343" y="3760"/>
                  </a:cubicBezTo>
                  <a:cubicBezTo>
                    <a:pt x="12578" y="2265"/>
                    <a:pt x="11386" y="878"/>
                    <a:pt x="9732" y="308"/>
                  </a:cubicBezTo>
                  <a:cubicBezTo>
                    <a:pt x="9121" y="98"/>
                    <a:pt x="8487" y="1"/>
                    <a:pt x="7854" y="1"/>
                  </a:cubicBezTo>
                  <a:close/>
                </a:path>
              </a:pathLst>
            </a:custGeom>
            <a:solidFill>
              <a:srgbClr val="A35E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2"/>
            <p:cNvSpPr/>
            <p:nvPr/>
          </p:nvSpPr>
          <p:spPr>
            <a:xfrm>
              <a:off x="7965191" y="1345026"/>
              <a:ext cx="405427" cy="531244"/>
            </a:xfrm>
            <a:custGeom>
              <a:avLst/>
              <a:gdLst/>
              <a:ahLst/>
              <a:cxnLst/>
              <a:rect l="l" t="t" r="r" b="b"/>
              <a:pathLst>
                <a:path w="11636" h="15247" extrusionOk="0">
                  <a:moveTo>
                    <a:pt x="6743" y="1"/>
                  </a:moveTo>
                  <a:cubicBezTo>
                    <a:pt x="6079" y="1"/>
                    <a:pt x="5374" y="345"/>
                    <a:pt x="4751" y="434"/>
                  </a:cubicBezTo>
                  <a:cubicBezTo>
                    <a:pt x="3808" y="576"/>
                    <a:pt x="3078" y="1145"/>
                    <a:pt x="2652" y="2017"/>
                  </a:cubicBezTo>
                  <a:cubicBezTo>
                    <a:pt x="2225" y="2835"/>
                    <a:pt x="2100" y="3778"/>
                    <a:pt x="2047" y="4703"/>
                  </a:cubicBezTo>
                  <a:cubicBezTo>
                    <a:pt x="2011" y="5628"/>
                    <a:pt x="2011" y="6554"/>
                    <a:pt x="1851" y="7479"/>
                  </a:cubicBezTo>
                  <a:cubicBezTo>
                    <a:pt x="1637" y="8475"/>
                    <a:pt x="1193" y="9293"/>
                    <a:pt x="659" y="10165"/>
                  </a:cubicBezTo>
                  <a:cubicBezTo>
                    <a:pt x="303" y="10752"/>
                    <a:pt x="1" y="11624"/>
                    <a:pt x="196" y="12300"/>
                  </a:cubicBezTo>
                  <a:cubicBezTo>
                    <a:pt x="374" y="12976"/>
                    <a:pt x="979" y="13421"/>
                    <a:pt x="1566" y="13794"/>
                  </a:cubicBezTo>
                  <a:cubicBezTo>
                    <a:pt x="2723" y="14488"/>
                    <a:pt x="3968" y="15040"/>
                    <a:pt x="5320" y="15200"/>
                  </a:cubicBezTo>
                  <a:cubicBezTo>
                    <a:pt x="5564" y="15231"/>
                    <a:pt x="5811" y="15246"/>
                    <a:pt x="6058" y="15246"/>
                  </a:cubicBezTo>
                  <a:cubicBezTo>
                    <a:pt x="7088" y="15246"/>
                    <a:pt x="8117" y="14973"/>
                    <a:pt x="8949" y="14399"/>
                  </a:cubicBezTo>
                  <a:cubicBezTo>
                    <a:pt x="9643" y="14079"/>
                    <a:pt x="10266" y="13616"/>
                    <a:pt x="10711" y="12994"/>
                  </a:cubicBezTo>
                  <a:cubicBezTo>
                    <a:pt x="11529" y="11837"/>
                    <a:pt x="11636" y="10112"/>
                    <a:pt x="10746" y="9009"/>
                  </a:cubicBezTo>
                  <a:cubicBezTo>
                    <a:pt x="10479" y="8671"/>
                    <a:pt x="10141" y="8368"/>
                    <a:pt x="10106" y="7959"/>
                  </a:cubicBezTo>
                  <a:cubicBezTo>
                    <a:pt x="10088" y="7283"/>
                    <a:pt x="10906" y="6820"/>
                    <a:pt x="10924" y="6162"/>
                  </a:cubicBezTo>
                  <a:cubicBezTo>
                    <a:pt x="10924" y="5593"/>
                    <a:pt x="10373" y="5219"/>
                    <a:pt x="9857" y="4988"/>
                  </a:cubicBezTo>
                  <a:cubicBezTo>
                    <a:pt x="9341" y="4757"/>
                    <a:pt x="8736" y="4525"/>
                    <a:pt x="8558" y="3992"/>
                  </a:cubicBezTo>
                  <a:cubicBezTo>
                    <a:pt x="8416" y="3547"/>
                    <a:pt x="8611" y="3084"/>
                    <a:pt x="8665" y="2604"/>
                  </a:cubicBezTo>
                  <a:cubicBezTo>
                    <a:pt x="8789" y="1679"/>
                    <a:pt x="8327" y="683"/>
                    <a:pt x="7508" y="202"/>
                  </a:cubicBezTo>
                  <a:cubicBezTo>
                    <a:pt x="7265" y="55"/>
                    <a:pt x="7007" y="1"/>
                    <a:pt x="6743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2"/>
            <p:cNvSpPr/>
            <p:nvPr/>
          </p:nvSpPr>
          <p:spPr>
            <a:xfrm>
              <a:off x="8106515" y="1391611"/>
              <a:ext cx="51497" cy="110939"/>
            </a:xfrm>
            <a:custGeom>
              <a:avLst/>
              <a:gdLst/>
              <a:ahLst/>
              <a:cxnLst/>
              <a:rect l="l" t="t" r="r" b="b"/>
              <a:pathLst>
                <a:path w="1478" h="3184" extrusionOk="0">
                  <a:moveTo>
                    <a:pt x="739" y="0"/>
                  </a:moveTo>
                  <a:cubicBezTo>
                    <a:pt x="406" y="0"/>
                    <a:pt x="221" y="488"/>
                    <a:pt x="161" y="787"/>
                  </a:cubicBezTo>
                  <a:cubicBezTo>
                    <a:pt x="54" y="1392"/>
                    <a:pt x="1" y="1997"/>
                    <a:pt x="37" y="2601"/>
                  </a:cubicBezTo>
                  <a:cubicBezTo>
                    <a:pt x="54" y="2833"/>
                    <a:pt x="108" y="3082"/>
                    <a:pt x="321" y="3171"/>
                  </a:cubicBezTo>
                  <a:cubicBezTo>
                    <a:pt x="350" y="3179"/>
                    <a:pt x="380" y="3183"/>
                    <a:pt x="409" y="3183"/>
                  </a:cubicBezTo>
                  <a:cubicBezTo>
                    <a:pt x="561" y="3183"/>
                    <a:pt x="715" y="3079"/>
                    <a:pt x="819" y="2975"/>
                  </a:cubicBezTo>
                  <a:cubicBezTo>
                    <a:pt x="1246" y="2566"/>
                    <a:pt x="1478" y="1979"/>
                    <a:pt x="1460" y="1392"/>
                  </a:cubicBezTo>
                  <a:cubicBezTo>
                    <a:pt x="1460" y="1018"/>
                    <a:pt x="1317" y="271"/>
                    <a:pt x="944" y="57"/>
                  </a:cubicBezTo>
                  <a:cubicBezTo>
                    <a:pt x="870" y="18"/>
                    <a:pt x="802" y="0"/>
                    <a:pt x="739" y="0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7703623" y="1699207"/>
              <a:ext cx="551069" cy="933117"/>
            </a:xfrm>
            <a:custGeom>
              <a:avLst/>
              <a:gdLst/>
              <a:ahLst/>
              <a:cxnLst/>
              <a:rect l="l" t="t" r="r" b="b"/>
              <a:pathLst>
                <a:path w="15816" h="26781" extrusionOk="0">
                  <a:moveTo>
                    <a:pt x="10674" y="0"/>
                  </a:moveTo>
                  <a:cubicBezTo>
                    <a:pt x="10621" y="231"/>
                    <a:pt x="10568" y="463"/>
                    <a:pt x="10532" y="712"/>
                  </a:cubicBezTo>
                  <a:cubicBezTo>
                    <a:pt x="10461" y="961"/>
                    <a:pt x="10319" y="1174"/>
                    <a:pt x="10212" y="1388"/>
                  </a:cubicBezTo>
                  <a:cubicBezTo>
                    <a:pt x="9937" y="1889"/>
                    <a:pt x="9390" y="2170"/>
                    <a:pt x="8811" y="2170"/>
                  </a:cubicBezTo>
                  <a:cubicBezTo>
                    <a:pt x="8117" y="2170"/>
                    <a:pt x="7378" y="1766"/>
                    <a:pt x="7010" y="854"/>
                  </a:cubicBezTo>
                  <a:cubicBezTo>
                    <a:pt x="6921" y="658"/>
                    <a:pt x="6850" y="445"/>
                    <a:pt x="6796" y="231"/>
                  </a:cubicBezTo>
                  <a:cubicBezTo>
                    <a:pt x="6514" y="210"/>
                    <a:pt x="6197" y="194"/>
                    <a:pt x="5863" y="194"/>
                  </a:cubicBezTo>
                  <a:cubicBezTo>
                    <a:pt x="4828" y="194"/>
                    <a:pt x="3640" y="342"/>
                    <a:pt x="2900" y="907"/>
                  </a:cubicBezTo>
                  <a:cubicBezTo>
                    <a:pt x="2580" y="1156"/>
                    <a:pt x="2366" y="1512"/>
                    <a:pt x="2171" y="1868"/>
                  </a:cubicBezTo>
                  <a:cubicBezTo>
                    <a:pt x="1423" y="3167"/>
                    <a:pt x="747" y="4519"/>
                    <a:pt x="143" y="5889"/>
                  </a:cubicBezTo>
                  <a:cubicBezTo>
                    <a:pt x="71" y="6049"/>
                    <a:pt x="0" y="6209"/>
                    <a:pt x="0" y="6387"/>
                  </a:cubicBezTo>
                  <a:cubicBezTo>
                    <a:pt x="18" y="6600"/>
                    <a:pt x="160" y="6778"/>
                    <a:pt x="267" y="6956"/>
                  </a:cubicBezTo>
                  <a:cubicBezTo>
                    <a:pt x="1459" y="8700"/>
                    <a:pt x="2260" y="18555"/>
                    <a:pt x="2260" y="18555"/>
                  </a:cubicBezTo>
                  <a:cubicBezTo>
                    <a:pt x="2260" y="18555"/>
                    <a:pt x="1317" y="22914"/>
                    <a:pt x="872" y="25689"/>
                  </a:cubicBezTo>
                  <a:cubicBezTo>
                    <a:pt x="2471" y="26324"/>
                    <a:pt x="7809" y="26781"/>
                    <a:pt x="11692" y="26781"/>
                  </a:cubicBezTo>
                  <a:cubicBezTo>
                    <a:pt x="13683" y="26781"/>
                    <a:pt x="15291" y="26661"/>
                    <a:pt x="15816" y="26383"/>
                  </a:cubicBezTo>
                  <a:cubicBezTo>
                    <a:pt x="15816" y="24586"/>
                    <a:pt x="14660" y="22291"/>
                    <a:pt x="14571" y="19605"/>
                  </a:cubicBezTo>
                  <a:cubicBezTo>
                    <a:pt x="14446" y="15691"/>
                    <a:pt x="15175" y="11350"/>
                    <a:pt x="15478" y="8664"/>
                  </a:cubicBezTo>
                  <a:cubicBezTo>
                    <a:pt x="15709" y="6725"/>
                    <a:pt x="15478" y="4768"/>
                    <a:pt x="15264" y="2829"/>
                  </a:cubicBezTo>
                  <a:cubicBezTo>
                    <a:pt x="15211" y="2384"/>
                    <a:pt x="15318" y="1405"/>
                    <a:pt x="15086" y="1050"/>
                  </a:cubicBezTo>
                  <a:cubicBezTo>
                    <a:pt x="14802" y="587"/>
                    <a:pt x="11048" y="107"/>
                    <a:pt x="10674" y="0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7920557" y="1543597"/>
              <a:ext cx="171739" cy="268461"/>
            </a:xfrm>
            <a:custGeom>
              <a:avLst/>
              <a:gdLst/>
              <a:ahLst/>
              <a:cxnLst/>
              <a:rect l="l" t="t" r="r" b="b"/>
              <a:pathLst>
                <a:path w="4929" h="7705" extrusionOk="0">
                  <a:moveTo>
                    <a:pt x="4075" y="1"/>
                  </a:moveTo>
                  <a:lnTo>
                    <a:pt x="4075" y="1"/>
                  </a:lnTo>
                  <a:cubicBezTo>
                    <a:pt x="3879" y="125"/>
                    <a:pt x="3683" y="321"/>
                    <a:pt x="3559" y="392"/>
                  </a:cubicBezTo>
                  <a:cubicBezTo>
                    <a:pt x="3239" y="588"/>
                    <a:pt x="2901" y="748"/>
                    <a:pt x="2545" y="890"/>
                  </a:cubicBezTo>
                  <a:cubicBezTo>
                    <a:pt x="2125" y="1048"/>
                    <a:pt x="1686" y="1125"/>
                    <a:pt x="1243" y="1125"/>
                  </a:cubicBezTo>
                  <a:cubicBezTo>
                    <a:pt x="936" y="1125"/>
                    <a:pt x="627" y="1088"/>
                    <a:pt x="321" y="1015"/>
                  </a:cubicBezTo>
                  <a:lnTo>
                    <a:pt x="321" y="1015"/>
                  </a:lnTo>
                  <a:cubicBezTo>
                    <a:pt x="463" y="1477"/>
                    <a:pt x="535" y="1975"/>
                    <a:pt x="552" y="2474"/>
                  </a:cubicBezTo>
                  <a:cubicBezTo>
                    <a:pt x="570" y="3007"/>
                    <a:pt x="570" y="3612"/>
                    <a:pt x="374" y="4110"/>
                  </a:cubicBezTo>
                  <a:cubicBezTo>
                    <a:pt x="214" y="4537"/>
                    <a:pt x="1" y="4715"/>
                    <a:pt x="19" y="5178"/>
                  </a:cubicBezTo>
                  <a:cubicBezTo>
                    <a:pt x="72" y="6049"/>
                    <a:pt x="962" y="6992"/>
                    <a:pt x="1673" y="7401"/>
                  </a:cubicBezTo>
                  <a:cubicBezTo>
                    <a:pt x="1988" y="7572"/>
                    <a:pt x="2343" y="7704"/>
                    <a:pt x="2700" y="7704"/>
                  </a:cubicBezTo>
                  <a:cubicBezTo>
                    <a:pt x="2826" y="7704"/>
                    <a:pt x="2953" y="7688"/>
                    <a:pt x="3079" y="7651"/>
                  </a:cubicBezTo>
                  <a:cubicBezTo>
                    <a:pt x="3470" y="7526"/>
                    <a:pt x="3772" y="7206"/>
                    <a:pt x="4021" y="6850"/>
                  </a:cubicBezTo>
                  <a:cubicBezTo>
                    <a:pt x="4395" y="6316"/>
                    <a:pt x="4733" y="5640"/>
                    <a:pt x="4840" y="4964"/>
                  </a:cubicBezTo>
                  <a:cubicBezTo>
                    <a:pt x="4929" y="4342"/>
                    <a:pt x="4698" y="4199"/>
                    <a:pt x="4431" y="3648"/>
                  </a:cubicBezTo>
                  <a:cubicBezTo>
                    <a:pt x="4164" y="3114"/>
                    <a:pt x="4021" y="2491"/>
                    <a:pt x="3968" y="1886"/>
                  </a:cubicBezTo>
                  <a:cubicBezTo>
                    <a:pt x="3950" y="1584"/>
                    <a:pt x="3808" y="179"/>
                    <a:pt x="4075" y="1"/>
                  </a:cubicBezTo>
                  <a:close/>
                </a:path>
              </a:pathLst>
            </a:custGeom>
            <a:solidFill>
              <a:srgbClr val="FED2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7931741" y="1543597"/>
              <a:ext cx="130799" cy="136408"/>
            </a:xfrm>
            <a:custGeom>
              <a:avLst/>
              <a:gdLst/>
              <a:ahLst/>
              <a:cxnLst/>
              <a:rect l="l" t="t" r="r" b="b"/>
              <a:pathLst>
                <a:path w="3754" h="3915" extrusionOk="0">
                  <a:moveTo>
                    <a:pt x="3754" y="1"/>
                  </a:moveTo>
                  <a:cubicBezTo>
                    <a:pt x="3558" y="125"/>
                    <a:pt x="3362" y="321"/>
                    <a:pt x="3238" y="392"/>
                  </a:cubicBezTo>
                  <a:cubicBezTo>
                    <a:pt x="2918" y="588"/>
                    <a:pt x="2580" y="748"/>
                    <a:pt x="2224" y="890"/>
                  </a:cubicBezTo>
                  <a:cubicBezTo>
                    <a:pt x="1804" y="1048"/>
                    <a:pt x="1365" y="1125"/>
                    <a:pt x="922" y="1125"/>
                  </a:cubicBezTo>
                  <a:cubicBezTo>
                    <a:pt x="615" y="1125"/>
                    <a:pt x="306" y="1088"/>
                    <a:pt x="0" y="1015"/>
                  </a:cubicBezTo>
                  <a:lnTo>
                    <a:pt x="0" y="1015"/>
                  </a:lnTo>
                  <a:cubicBezTo>
                    <a:pt x="142" y="1477"/>
                    <a:pt x="214" y="1975"/>
                    <a:pt x="231" y="2474"/>
                  </a:cubicBezTo>
                  <a:cubicBezTo>
                    <a:pt x="249" y="2900"/>
                    <a:pt x="231" y="3345"/>
                    <a:pt x="142" y="3772"/>
                  </a:cubicBezTo>
                  <a:cubicBezTo>
                    <a:pt x="142" y="3826"/>
                    <a:pt x="125" y="3861"/>
                    <a:pt x="125" y="3915"/>
                  </a:cubicBezTo>
                  <a:cubicBezTo>
                    <a:pt x="1655" y="3577"/>
                    <a:pt x="3149" y="2224"/>
                    <a:pt x="3665" y="730"/>
                  </a:cubicBezTo>
                  <a:cubicBezTo>
                    <a:pt x="3683" y="481"/>
                    <a:pt x="3718" y="250"/>
                    <a:pt x="3754" y="1"/>
                  </a:cubicBezTo>
                  <a:close/>
                </a:path>
              </a:pathLst>
            </a:custGeom>
            <a:solidFill>
              <a:srgbClr val="E385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7816445" y="1317987"/>
              <a:ext cx="154979" cy="279925"/>
            </a:xfrm>
            <a:custGeom>
              <a:avLst/>
              <a:gdLst/>
              <a:ahLst/>
              <a:cxnLst/>
              <a:rect l="l" t="t" r="r" b="b"/>
              <a:pathLst>
                <a:path w="4448" h="8034" extrusionOk="0">
                  <a:moveTo>
                    <a:pt x="1767" y="0"/>
                  </a:moveTo>
                  <a:cubicBezTo>
                    <a:pt x="1602" y="0"/>
                    <a:pt x="1444" y="38"/>
                    <a:pt x="1299" y="124"/>
                  </a:cubicBezTo>
                  <a:cubicBezTo>
                    <a:pt x="391" y="676"/>
                    <a:pt x="53" y="2580"/>
                    <a:pt x="36" y="3540"/>
                  </a:cubicBezTo>
                  <a:cubicBezTo>
                    <a:pt x="0" y="4821"/>
                    <a:pt x="409" y="6102"/>
                    <a:pt x="1156" y="7134"/>
                  </a:cubicBezTo>
                  <a:cubicBezTo>
                    <a:pt x="1352" y="7419"/>
                    <a:pt x="1583" y="7685"/>
                    <a:pt x="1886" y="7863"/>
                  </a:cubicBezTo>
                  <a:cubicBezTo>
                    <a:pt x="2070" y="7972"/>
                    <a:pt x="2287" y="8034"/>
                    <a:pt x="2501" y="8034"/>
                  </a:cubicBezTo>
                  <a:cubicBezTo>
                    <a:pt x="2638" y="8034"/>
                    <a:pt x="2775" y="8008"/>
                    <a:pt x="2900" y="7952"/>
                  </a:cubicBezTo>
                  <a:cubicBezTo>
                    <a:pt x="3345" y="7774"/>
                    <a:pt x="3558" y="7241"/>
                    <a:pt x="3718" y="6778"/>
                  </a:cubicBezTo>
                  <a:cubicBezTo>
                    <a:pt x="4021" y="5889"/>
                    <a:pt x="4288" y="4999"/>
                    <a:pt x="4376" y="4074"/>
                  </a:cubicBezTo>
                  <a:cubicBezTo>
                    <a:pt x="4448" y="3149"/>
                    <a:pt x="4305" y="2188"/>
                    <a:pt x="3807" y="1388"/>
                  </a:cubicBezTo>
                  <a:cubicBezTo>
                    <a:pt x="3484" y="858"/>
                    <a:pt x="2552" y="0"/>
                    <a:pt x="1767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7851149" y="1363214"/>
              <a:ext cx="232469" cy="263793"/>
            </a:xfrm>
            <a:custGeom>
              <a:avLst/>
              <a:gdLst/>
              <a:ahLst/>
              <a:cxnLst/>
              <a:rect l="l" t="t" r="r" b="b"/>
              <a:pathLst>
                <a:path w="6672" h="7571" extrusionOk="0">
                  <a:moveTo>
                    <a:pt x="851" y="0"/>
                  </a:moveTo>
                  <a:cubicBezTo>
                    <a:pt x="662" y="0"/>
                    <a:pt x="505" y="84"/>
                    <a:pt x="392" y="339"/>
                  </a:cubicBezTo>
                  <a:cubicBezTo>
                    <a:pt x="0" y="1228"/>
                    <a:pt x="107" y="3754"/>
                    <a:pt x="338" y="4697"/>
                  </a:cubicBezTo>
                  <a:cubicBezTo>
                    <a:pt x="481" y="5320"/>
                    <a:pt x="694" y="5943"/>
                    <a:pt x="1050" y="6476"/>
                  </a:cubicBezTo>
                  <a:cubicBezTo>
                    <a:pt x="1406" y="6992"/>
                    <a:pt x="1868" y="7312"/>
                    <a:pt x="2384" y="7473"/>
                  </a:cubicBezTo>
                  <a:cubicBezTo>
                    <a:pt x="2618" y="7539"/>
                    <a:pt x="2854" y="7571"/>
                    <a:pt x="3089" y="7571"/>
                  </a:cubicBezTo>
                  <a:cubicBezTo>
                    <a:pt x="3855" y="7571"/>
                    <a:pt x="4601" y="7235"/>
                    <a:pt x="5160" y="6690"/>
                  </a:cubicBezTo>
                  <a:cubicBezTo>
                    <a:pt x="5907" y="5943"/>
                    <a:pt x="6440" y="5000"/>
                    <a:pt x="6672" y="3897"/>
                  </a:cubicBezTo>
                  <a:cubicBezTo>
                    <a:pt x="6672" y="3879"/>
                    <a:pt x="6672" y="3879"/>
                    <a:pt x="6672" y="3861"/>
                  </a:cubicBezTo>
                  <a:cubicBezTo>
                    <a:pt x="6618" y="3256"/>
                    <a:pt x="6476" y="2669"/>
                    <a:pt x="6316" y="2100"/>
                  </a:cubicBezTo>
                  <a:cubicBezTo>
                    <a:pt x="6245" y="1922"/>
                    <a:pt x="6174" y="1762"/>
                    <a:pt x="6067" y="1584"/>
                  </a:cubicBezTo>
                  <a:cubicBezTo>
                    <a:pt x="5729" y="961"/>
                    <a:pt x="5142" y="517"/>
                    <a:pt x="4484" y="285"/>
                  </a:cubicBezTo>
                  <a:cubicBezTo>
                    <a:pt x="4172" y="174"/>
                    <a:pt x="3889" y="134"/>
                    <a:pt x="3610" y="134"/>
                  </a:cubicBezTo>
                  <a:cubicBezTo>
                    <a:pt x="3219" y="134"/>
                    <a:pt x="2838" y="213"/>
                    <a:pt x="2402" y="285"/>
                  </a:cubicBezTo>
                  <a:cubicBezTo>
                    <a:pt x="2335" y="296"/>
                    <a:pt x="2269" y="301"/>
                    <a:pt x="2203" y="301"/>
                  </a:cubicBezTo>
                  <a:cubicBezTo>
                    <a:pt x="1685" y="301"/>
                    <a:pt x="1210" y="0"/>
                    <a:pt x="851" y="0"/>
                  </a:cubicBezTo>
                  <a:close/>
                </a:path>
              </a:pathLst>
            </a:custGeom>
            <a:solidFill>
              <a:srgbClr val="FED2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2"/>
            <p:cNvSpPr/>
            <p:nvPr/>
          </p:nvSpPr>
          <p:spPr>
            <a:xfrm>
              <a:off x="7849895" y="1257848"/>
              <a:ext cx="290133" cy="294768"/>
            </a:xfrm>
            <a:custGeom>
              <a:avLst/>
              <a:gdLst/>
              <a:ahLst/>
              <a:cxnLst/>
              <a:rect l="l" t="t" r="r" b="b"/>
              <a:pathLst>
                <a:path w="8327" h="8460" extrusionOk="0">
                  <a:moveTo>
                    <a:pt x="3612" y="0"/>
                  </a:moveTo>
                  <a:cubicBezTo>
                    <a:pt x="2616" y="0"/>
                    <a:pt x="1602" y="356"/>
                    <a:pt x="855" y="1014"/>
                  </a:cubicBezTo>
                  <a:cubicBezTo>
                    <a:pt x="321" y="1477"/>
                    <a:pt x="1" y="1868"/>
                    <a:pt x="107" y="2598"/>
                  </a:cubicBezTo>
                  <a:cubicBezTo>
                    <a:pt x="196" y="3309"/>
                    <a:pt x="641" y="3985"/>
                    <a:pt x="1157" y="4448"/>
                  </a:cubicBezTo>
                  <a:cubicBezTo>
                    <a:pt x="1887" y="5106"/>
                    <a:pt x="2812" y="5498"/>
                    <a:pt x="3666" y="5960"/>
                  </a:cubicBezTo>
                  <a:cubicBezTo>
                    <a:pt x="3737" y="5996"/>
                    <a:pt x="3808" y="6031"/>
                    <a:pt x="3879" y="6085"/>
                  </a:cubicBezTo>
                  <a:cubicBezTo>
                    <a:pt x="4377" y="6369"/>
                    <a:pt x="4875" y="6707"/>
                    <a:pt x="5267" y="7134"/>
                  </a:cubicBezTo>
                  <a:cubicBezTo>
                    <a:pt x="5516" y="7401"/>
                    <a:pt x="5872" y="8415"/>
                    <a:pt x="6174" y="8451"/>
                  </a:cubicBezTo>
                  <a:cubicBezTo>
                    <a:pt x="6211" y="8457"/>
                    <a:pt x="6248" y="8460"/>
                    <a:pt x="6283" y="8460"/>
                  </a:cubicBezTo>
                  <a:cubicBezTo>
                    <a:pt x="6669" y="8460"/>
                    <a:pt x="6939" y="8120"/>
                    <a:pt x="7135" y="7810"/>
                  </a:cubicBezTo>
                  <a:cubicBezTo>
                    <a:pt x="7384" y="7383"/>
                    <a:pt x="7633" y="6992"/>
                    <a:pt x="7793" y="6529"/>
                  </a:cubicBezTo>
                  <a:cubicBezTo>
                    <a:pt x="8149" y="5426"/>
                    <a:pt x="8327" y="3843"/>
                    <a:pt x="7829" y="2776"/>
                  </a:cubicBezTo>
                  <a:cubicBezTo>
                    <a:pt x="7544" y="2153"/>
                    <a:pt x="7046" y="1637"/>
                    <a:pt x="6494" y="1263"/>
                  </a:cubicBezTo>
                  <a:cubicBezTo>
                    <a:pt x="5676" y="694"/>
                    <a:pt x="4608" y="18"/>
                    <a:pt x="3612" y="0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7918083" y="1479068"/>
              <a:ext cx="20487" cy="19547"/>
            </a:xfrm>
            <a:custGeom>
              <a:avLst/>
              <a:gdLst/>
              <a:ahLst/>
              <a:cxnLst/>
              <a:rect l="l" t="t" r="r" b="b"/>
              <a:pathLst>
                <a:path w="588" h="561" extrusionOk="0">
                  <a:moveTo>
                    <a:pt x="307" y="1"/>
                  </a:moveTo>
                  <a:cubicBezTo>
                    <a:pt x="176" y="1"/>
                    <a:pt x="51" y="102"/>
                    <a:pt x="18" y="234"/>
                  </a:cubicBezTo>
                  <a:cubicBezTo>
                    <a:pt x="1" y="394"/>
                    <a:pt x="107" y="536"/>
                    <a:pt x="250" y="554"/>
                  </a:cubicBezTo>
                  <a:cubicBezTo>
                    <a:pt x="268" y="559"/>
                    <a:pt x="287" y="561"/>
                    <a:pt x="306" y="561"/>
                  </a:cubicBezTo>
                  <a:cubicBezTo>
                    <a:pt x="431" y="561"/>
                    <a:pt x="555" y="462"/>
                    <a:pt x="570" y="323"/>
                  </a:cubicBezTo>
                  <a:cubicBezTo>
                    <a:pt x="588" y="180"/>
                    <a:pt x="499" y="38"/>
                    <a:pt x="339" y="2"/>
                  </a:cubicBezTo>
                  <a:cubicBezTo>
                    <a:pt x="328" y="1"/>
                    <a:pt x="318" y="1"/>
                    <a:pt x="307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7920557" y="1459904"/>
              <a:ext cx="19895" cy="4390"/>
            </a:xfrm>
            <a:custGeom>
              <a:avLst/>
              <a:gdLst/>
              <a:ahLst/>
              <a:cxnLst/>
              <a:rect l="l" t="t" r="r" b="b"/>
              <a:pathLst>
                <a:path w="571" h="126" fill="none" extrusionOk="0">
                  <a:moveTo>
                    <a:pt x="570" y="125"/>
                  </a:moveTo>
                  <a:cubicBezTo>
                    <a:pt x="392" y="37"/>
                    <a:pt x="197" y="1"/>
                    <a:pt x="1" y="37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7855470" y="1478893"/>
              <a:ext cx="21115" cy="19547"/>
            </a:xfrm>
            <a:custGeom>
              <a:avLst/>
              <a:gdLst/>
              <a:ahLst/>
              <a:cxnLst/>
              <a:rect l="l" t="t" r="r" b="b"/>
              <a:pathLst>
                <a:path w="606" h="561" extrusionOk="0">
                  <a:moveTo>
                    <a:pt x="295" y="1"/>
                  </a:moveTo>
                  <a:cubicBezTo>
                    <a:pt x="162" y="1"/>
                    <a:pt x="52" y="99"/>
                    <a:pt x="36" y="239"/>
                  </a:cubicBezTo>
                  <a:cubicBezTo>
                    <a:pt x="1" y="381"/>
                    <a:pt x="108" y="523"/>
                    <a:pt x="250" y="559"/>
                  </a:cubicBezTo>
                  <a:cubicBezTo>
                    <a:pt x="262" y="560"/>
                    <a:pt x="273" y="561"/>
                    <a:pt x="285" y="561"/>
                  </a:cubicBezTo>
                  <a:cubicBezTo>
                    <a:pt x="430" y="561"/>
                    <a:pt x="555" y="460"/>
                    <a:pt x="588" y="328"/>
                  </a:cubicBezTo>
                  <a:cubicBezTo>
                    <a:pt x="606" y="168"/>
                    <a:pt x="499" y="25"/>
                    <a:pt x="357" y="7"/>
                  </a:cubicBezTo>
                  <a:cubicBezTo>
                    <a:pt x="336" y="3"/>
                    <a:pt x="315" y="1"/>
                    <a:pt x="295" y="1"/>
                  </a:cubicBez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2"/>
            <p:cNvSpPr/>
            <p:nvPr/>
          </p:nvSpPr>
          <p:spPr>
            <a:xfrm>
              <a:off x="7858571" y="1459904"/>
              <a:ext cx="19268" cy="3763"/>
            </a:xfrm>
            <a:custGeom>
              <a:avLst/>
              <a:gdLst/>
              <a:ahLst/>
              <a:cxnLst/>
              <a:rect l="l" t="t" r="r" b="b"/>
              <a:pathLst>
                <a:path w="553" h="108" fill="none" extrusionOk="0">
                  <a:moveTo>
                    <a:pt x="552" y="108"/>
                  </a:moveTo>
                  <a:cubicBezTo>
                    <a:pt x="392" y="19"/>
                    <a:pt x="179" y="1"/>
                    <a:pt x="1" y="37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7875923" y="1497116"/>
              <a:ext cx="14320" cy="35365"/>
            </a:xfrm>
            <a:custGeom>
              <a:avLst/>
              <a:gdLst/>
              <a:ahLst/>
              <a:cxnLst/>
              <a:rect l="l" t="t" r="r" b="b"/>
              <a:pathLst>
                <a:path w="411" h="1015" fill="none" extrusionOk="0">
                  <a:moveTo>
                    <a:pt x="410" y="0"/>
                  </a:moveTo>
                  <a:cubicBezTo>
                    <a:pt x="392" y="249"/>
                    <a:pt x="286" y="498"/>
                    <a:pt x="108" y="659"/>
                  </a:cubicBezTo>
                  <a:cubicBezTo>
                    <a:pt x="72" y="712"/>
                    <a:pt x="19" y="765"/>
                    <a:pt x="1" y="819"/>
                  </a:cubicBezTo>
                  <a:cubicBezTo>
                    <a:pt x="1" y="890"/>
                    <a:pt x="54" y="961"/>
                    <a:pt x="108" y="979"/>
                  </a:cubicBezTo>
                  <a:cubicBezTo>
                    <a:pt x="179" y="1014"/>
                    <a:pt x="250" y="1014"/>
                    <a:pt x="321" y="997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7890208" y="1557256"/>
              <a:ext cx="34738" cy="7456"/>
            </a:xfrm>
            <a:custGeom>
              <a:avLst/>
              <a:gdLst/>
              <a:ahLst/>
              <a:cxnLst/>
              <a:rect l="l" t="t" r="r" b="b"/>
              <a:pathLst>
                <a:path w="997" h="214" fill="none" extrusionOk="0">
                  <a:moveTo>
                    <a:pt x="996" y="0"/>
                  </a:moveTo>
                  <a:cubicBezTo>
                    <a:pt x="694" y="178"/>
                    <a:pt x="320" y="214"/>
                    <a:pt x="0" y="89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8012299" y="1455757"/>
              <a:ext cx="77525" cy="71601"/>
            </a:xfrm>
            <a:custGeom>
              <a:avLst/>
              <a:gdLst/>
              <a:ahLst/>
              <a:cxnLst/>
              <a:rect l="l" t="t" r="r" b="b"/>
              <a:pathLst>
                <a:path w="2225" h="2055" extrusionOk="0">
                  <a:moveTo>
                    <a:pt x="1119" y="0"/>
                  </a:moveTo>
                  <a:cubicBezTo>
                    <a:pt x="629" y="0"/>
                    <a:pt x="188" y="353"/>
                    <a:pt x="108" y="849"/>
                  </a:cubicBezTo>
                  <a:cubicBezTo>
                    <a:pt x="1" y="1419"/>
                    <a:pt x="392" y="1952"/>
                    <a:pt x="944" y="2041"/>
                  </a:cubicBezTo>
                  <a:cubicBezTo>
                    <a:pt x="998" y="2050"/>
                    <a:pt x="1053" y="2054"/>
                    <a:pt x="1107" y="2054"/>
                  </a:cubicBezTo>
                  <a:cubicBezTo>
                    <a:pt x="1597" y="2054"/>
                    <a:pt x="2038" y="1700"/>
                    <a:pt x="2118" y="1187"/>
                  </a:cubicBezTo>
                  <a:cubicBezTo>
                    <a:pt x="2225" y="636"/>
                    <a:pt x="1833" y="102"/>
                    <a:pt x="1282" y="13"/>
                  </a:cubicBezTo>
                  <a:cubicBezTo>
                    <a:pt x="1227" y="4"/>
                    <a:pt x="1173" y="0"/>
                    <a:pt x="1119" y="0"/>
                  </a:cubicBezTo>
                  <a:close/>
                </a:path>
              </a:pathLst>
            </a:custGeom>
            <a:solidFill>
              <a:srgbClr val="FED2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8039581" y="1476036"/>
              <a:ext cx="21115" cy="30418"/>
            </a:xfrm>
            <a:custGeom>
              <a:avLst/>
              <a:gdLst/>
              <a:ahLst/>
              <a:cxnLst/>
              <a:rect l="l" t="t" r="r" b="b"/>
              <a:pathLst>
                <a:path w="606" h="873" fill="none" extrusionOk="0">
                  <a:moveTo>
                    <a:pt x="605" y="36"/>
                  </a:moveTo>
                  <a:cubicBezTo>
                    <a:pt x="445" y="0"/>
                    <a:pt x="285" y="36"/>
                    <a:pt x="179" y="143"/>
                  </a:cubicBezTo>
                  <a:cubicBezTo>
                    <a:pt x="72" y="232"/>
                    <a:pt x="1" y="392"/>
                    <a:pt x="36" y="534"/>
                  </a:cubicBezTo>
                  <a:cubicBezTo>
                    <a:pt x="125" y="481"/>
                    <a:pt x="267" y="481"/>
                    <a:pt x="374" y="552"/>
                  </a:cubicBezTo>
                  <a:cubicBezTo>
                    <a:pt x="463" y="623"/>
                    <a:pt x="517" y="748"/>
                    <a:pt x="481" y="872"/>
                  </a:cubicBezTo>
                </a:path>
              </a:pathLst>
            </a:custGeom>
            <a:noFill/>
            <a:ln w="4000" cap="rnd" cmpd="sng">
              <a:solidFill>
                <a:srgbClr val="9C52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7027944" y="1596280"/>
              <a:ext cx="755664" cy="677547"/>
            </a:xfrm>
            <a:custGeom>
              <a:avLst/>
              <a:gdLst/>
              <a:ahLst/>
              <a:cxnLst/>
              <a:rect l="l" t="t" r="r" b="b"/>
              <a:pathLst>
                <a:path w="21688" h="19446" extrusionOk="0">
                  <a:moveTo>
                    <a:pt x="997" y="19446"/>
                  </a:moveTo>
                  <a:lnTo>
                    <a:pt x="20691" y="19446"/>
                  </a:lnTo>
                  <a:cubicBezTo>
                    <a:pt x="21242" y="19446"/>
                    <a:pt x="21687" y="19001"/>
                    <a:pt x="21687" y="18449"/>
                  </a:cubicBezTo>
                  <a:lnTo>
                    <a:pt x="21687" y="997"/>
                  </a:lnTo>
                  <a:cubicBezTo>
                    <a:pt x="21687" y="446"/>
                    <a:pt x="21242" y="1"/>
                    <a:pt x="20691" y="1"/>
                  </a:cubicBezTo>
                  <a:lnTo>
                    <a:pt x="997" y="1"/>
                  </a:lnTo>
                  <a:cubicBezTo>
                    <a:pt x="445" y="1"/>
                    <a:pt x="1" y="446"/>
                    <a:pt x="1" y="997"/>
                  </a:cubicBezTo>
                  <a:lnTo>
                    <a:pt x="1" y="18449"/>
                  </a:lnTo>
                  <a:cubicBezTo>
                    <a:pt x="1" y="19001"/>
                    <a:pt x="445" y="19446"/>
                    <a:pt x="997" y="194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2"/>
            <p:cNvSpPr/>
            <p:nvPr/>
          </p:nvSpPr>
          <p:spPr>
            <a:xfrm>
              <a:off x="6974007" y="1719242"/>
              <a:ext cx="163690" cy="289924"/>
            </a:xfrm>
            <a:custGeom>
              <a:avLst/>
              <a:gdLst/>
              <a:ahLst/>
              <a:cxnLst/>
              <a:rect l="l" t="t" r="r" b="b"/>
              <a:pathLst>
                <a:path w="4698" h="8321" extrusionOk="0">
                  <a:moveTo>
                    <a:pt x="2634" y="0"/>
                  </a:moveTo>
                  <a:cubicBezTo>
                    <a:pt x="2161" y="0"/>
                    <a:pt x="1536" y="133"/>
                    <a:pt x="1157" y="421"/>
                  </a:cubicBezTo>
                  <a:cubicBezTo>
                    <a:pt x="1068" y="492"/>
                    <a:pt x="730" y="955"/>
                    <a:pt x="677" y="1044"/>
                  </a:cubicBezTo>
                  <a:cubicBezTo>
                    <a:pt x="232" y="1738"/>
                    <a:pt x="1" y="3801"/>
                    <a:pt x="1" y="3801"/>
                  </a:cubicBezTo>
                  <a:cubicBezTo>
                    <a:pt x="1" y="3801"/>
                    <a:pt x="1513" y="8196"/>
                    <a:pt x="1513" y="8320"/>
                  </a:cubicBezTo>
                  <a:cubicBezTo>
                    <a:pt x="1531" y="7804"/>
                    <a:pt x="1584" y="4958"/>
                    <a:pt x="1584" y="4958"/>
                  </a:cubicBezTo>
                  <a:cubicBezTo>
                    <a:pt x="1584" y="4958"/>
                    <a:pt x="2242" y="4478"/>
                    <a:pt x="2634" y="4228"/>
                  </a:cubicBezTo>
                  <a:cubicBezTo>
                    <a:pt x="3486" y="3661"/>
                    <a:pt x="4249" y="3093"/>
                    <a:pt x="3864" y="1925"/>
                  </a:cubicBezTo>
                  <a:lnTo>
                    <a:pt x="3864" y="1925"/>
                  </a:lnTo>
                  <a:cubicBezTo>
                    <a:pt x="3906" y="2044"/>
                    <a:pt x="4001" y="2096"/>
                    <a:pt x="4109" y="2096"/>
                  </a:cubicBezTo>
                  <a:cubicBezTo>
                    <a:pt x="4296" y="2096"/>
                    <a:pt x="4524" y="1943"/>
                    <a:pt x="4591" y="1720"/>
                  </a:cubicBezTo>
                  <a:cubicBezTo>
                    <a:pt x="4698" y="1364"/>
                    <a:pt x="4520" y="991"/>
                    <a:pt x="4306" y="742"/>
                  </a:cubicBezTo>
                  <a:cubicBezTo>
                    <a:pt x="3933" y="332"/>
                    <a:pt x="3417" y="65"/>
                    <a:pt x="2865" y="12"/>
                  </a:cubicBezTo>
                  <a:cubicBezTo>
                    <a:pt x="2794" y="4"/>
                    <a:pt x="2716" y="0"/>
                    <a:pt x="2634" y="0"/>
                  </a:cubicBezTo>
                  <a:close/>
                </a:path>
              </a:pathLst>
            </a:custGeom>
            <a:solidFill>
              <a:srgbClr val="FED2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2"/>
            <p:cNvSpPr/>
            <p:nvPr/>
          </p:nvSpPr>
          <p:spPr>
            <a:xfrm>
              <a:off x="7123414" y="2052517"/>
              <a:ext cx="565354" cy="35"/>
            </a:xfrm>
            <a:custGeom>
              <a:avLst/>
              <a:gdLst/>
              <a:ahLst/>
              <a:cxnLst/>
              <a:rect l="l" t="t" r="r" b="b"/>
              <a:pathLst>
                <a:path w="16226" h="1" fill="none" extrusionOk="0">
                  <a:moveTo>
                    <a:pt x="16225" y="1"/>
                  </a:moveTo>
                  <a:lnTo>
                    <a:pt x="0" y="1"/>
                  </a:lnTo>
                </a:path>
              </a:pathLst>
            </a:custGeom>
            <a:noFill/>
            <a:ln w="8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2"/>
            <p:cNvSpPr/>
            <p:nvPr/>
          </p:nvSpPr>
          <p:spPr>
            <a:xfrm>
              <a:off x="7123414" y="1991785"/>
              <a:ext cx="565354" cy="35"/>
            </a:xfrm>
            <a:custGeom>
              <a:avLst/>
              <a:gdLst/>
              <a:ahLst/>
              <a:cxnLst/>
              <a:rect l="l" t="t" r="r" b="b"/>
              <a:pathLst>
                <a:path w="16226" h="1" fill="none" extrusionOk="0">
                  <a:moveTo>
                    <a:pt x="16225" y="0"/>
                  </a:moveTo>
                  <a:lnTo>
                    <a:pt x="0" y="0"/>
                  </a:lnTo>
                </a:path>
              </a:pathLst>
            </a:custGeom>
            <a:noFill/>
            <a:ln w="8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7123414" y="1929799"/>
              <a:ext cx="565354" cy="35"/>
            </a:xfrm>
            <a:custGeom>
              <a:avLst/>
              <a:gdLst/>
              <a:ahLst/>
              <a:cxnLst/>
              <a:rect l="l" t="t" r="r" b="b"/>
              <a:pathLst>
                <a:path w="16226" h="1" fill="none" extrusionOk="0">
                  <a:moveTo>
                    <a:pt x="16225" y="0"/>
                  </a:moveTo>
                  <a:lnTo>
                    <a:pt x="0" y="0"/>
                  </a:lnTo>
                </a:path>
              </a:pathLst>
            </a:custGeom>
            <a:noFill/>
            <a:ln w="8000" cap="rnd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115366" y="2094677"/>
              <a:ext cx="93622" cy="88674"/>
            </a:xfrm>
            <a:custGeom>
              <a:avLst/>
              <a:gdLst/>
              <a:ahLst/>
              <a:cxnLst/>
              <a:rect l="l" t="t" r="r" b="b"/>
              <a:pathLst>
                <a:path w="2687" h="2545" extrusionOk="0">
                  <a:moveTo>
                    <a:pt x="1352" y="0"/>
                  </a:moveTo>
                  <a:lnTo>
                    <a:pt x="1032" y="979"/>
                  </a:lnTo>
                  <a:lnTo>
                    <a:pt x="0" y="979"/>
                  </a:lnTo>
                  <a:lnTo>
                    <a:pt x="836" y="1566"/>
                  </a:lnTo>
                  <a:lnTo>
                    <a:pt x="516" y="2544"/>
                  </a:lnTo>
                  <a:lnTo>
                    <a:pt x="516" y="2544"/>
                  </a:lnTo>
                  <a:lnTo>
                    <a:pt x="1352" y="1939"/>
                  </a:lnTo>
                  <a:lnTo>
                    <a:pt x="2170" y="2544"/>
                  </a:lnTo>
                  <a:lnTo>
                    <a:pt x="1868" y="1566"/>
                  </a:lnTo>
                  <a:lnTo>
                    <a:pt x="2686" y="979"/>
                  </a:lnTo>
                  <a:lnTo>
                    <a:pt x="1672" y="97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7237456" y="2094677"/>
              <a:ext cx="93657" cy="88674"/>
            </a:xfrm>
            <a:custGeom>
              <a:avLst/>
              <a:gdLst/>
              <a:ahLst/>
              <a:cxnLst/>
              <a:rect l="l" t="t" r="r" b="b"/>
              <a:pathLst>
                <a:path w="2688" h="2545" extrusionOk="0">
                  <a:moveTo>
                    <a:pt x="1335" y="0"/>
                  </a:moveTo>
                  <a:lnTo>
                    <a:pt x="1015" y="979"/>
                  </a:lnTo>
                  <a:lnTo>
                    <a:pt x="1" y="979"/>
                  </a:lnTo>
                  <a:lnTo>
                    <a:pt x="819" y="1566"/>
                  </a:lnTo>
                  <a:lnTo>
                    <a:pt x="517" y="2544"/>
                  </a:lnTo>
                  <a:lnTo>
                    <a:pt x="1335" y="1939"/>
                  </a:lnTo>
                  <a:lnTo>
                    <a:pt x="2171" y="2544"/>
                  </a:lnTo>
                  <a:lnTo>
                    <a:pt x="2171" y="2544"/>
                  </a:lnTo>
                  <a:lnTo>
                    <a:pt x="1851" y="1566"/>
                  </a:lnTo>
                  <a:lnTo>
                    <a:pt x="2687" y="979"/>
                  </a:lnTo>
                  <a:lnTo>
                    <a:pt x="1655" y="979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7358954" y="2094677"/>
              <a:ext cx="93657" cy="88674"/>
            </a:xfrm>
            <a:custGeom>
              <a:avLst/>
              <a:gdLst/>
              <a:ahLst/>
              <a:cxnLst/>
              <a:rect l="l" t="t" r="r" b="b"/>
              <a:pathLst>
                <a:path w="2688" h="2545" extrusionOk="0">
                  <a:moveTo>
                    <a:pt x="1353" y="0"/>
                  </a:moveTo>
                  <a:lnTo>
                    <a:pt x="1033" y="979"/>
                  </a:lnTo>
                  <a:lnTo>
                    <a:pt x="1" y="979"/>
                  </a:lnTo>
                  <a:lnTo>
                    <a:pt x="837" y="1566"/>
                  </a:lnTo>
                  <a:lnTo>
                    <a:pt x="517" y="2544"/>
                  </a:lnTo>
                  <a:lnTo>
                    <a:pt x="1353" y="1939"/>
                  </a:lnTo>
                  <a:lnTo>
                    <a:pt x="2171" y="2544"/>
                  </a:lnTo>
                  <a:lnTo>
                    <a:pt x="1869" y="1566"/>
                  </a:lnTo>
                  <a:lnTo>
                    <a:pt x="2687" y="979"/>
                  </a:lnTo>
                  <a:lnTo>
                    <a:pt x="1673" y="979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7481080" y="2094677"/>
              <a:ext cx="93622" cy="88674"/>
            </a:xfrm>
            <a:custGeom>
              <a:avLst/>
              <a:gdLst/>
              <a:ahLst/>
              <a:cxnLst/>
              <a:rect l="l" t="t" r="r" b="b"/>
              <a:pathLst>
                <a:path w="2687" h="2545" extrusionOk="0">
                  <a:moveTo>
                    <a:pt x="1335" y="0"/>
                  </a:moveTo>
                  <a:lnTo>
                    <a:pt x="1014" y="979"/>
                  </a:lnTo>
                  <a:lnTo>
                    <a:pt x="0" y="979"/>
                  </a:lnTo>
                  <a:lnTo>
                    <a:pt x="819" y="1566"/>
                  </a:lnTo>
                  <a:lnTo>
                    <a:pt x="516" y="2544"/>
                  </a:lnTo>
                  <a:lnTo>
                    <a:pt x="1335" y="1939"/>
                  </a:lnTo>
                  <a:lnTo>
                    <a:pt x="2171" y="2544"/>
                  </a:lnTo>
                  <a:lnTo>
                    <a:pt x="2171" y="2544"/>
                  </a:lnTo>
                  <a:lnTo>
                    <a:pt x="1851" y="1566"/>
                  </a:lnTo>
                  <a:lnTo>
                    <a:pt x="2687" y="979"/>
                  </a:lnTo>
                  <a:lnTo>
                    <a:pt x="1655" y="979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7602578" y="2094677"/>
              <a:ext cx="93622" cy="88674"/>
            </a:xfrm>
            <a:custGeom>
              <a:avLst/>
              <a:gdLst/>
              <a:ahLst/>
              <a:cxnLst/>
              <a:rect l="l" t="t" r="r" b="b"/>
              <a:pathLst>
                <a:path w="2687" h="2545" extrusionOk="0">
                  <a:moveTo>
                    <a:pt x="1352" y="0"/>
                  </a:moveTo>
                  <a:lnTo>
                    <a:pt x="1032" y="979"/>
                  </a:lnTo>
                  <a:lnTo>
                    <a:pt x="0" y="979"/>
                  </a:lnTo>
                  <a:lnTo>
                    <a:pt x="836" y="1566"/>
                  </a:lnTo>
                  <a:lnTo>
                    <a:pt x="516" y="2544"/>
                  </a:lnTo>
                  <a:lnTo>
                    <a:pt x="1352" y="1939"/>
                  </a:lnTo>
                  <a:lnTo>
                    <a:pt x="2171" y="2544"/>
                  </a:lnTo>
                  <a:lnTo>
                    <a:pt x="1851" y="1566"/>
                  </a:lnTo>
                  <a:lnTo>
                    <a:pt x="2687" y="979"/>
                  </a:lnTo>
                  <a:lnTo>
                    <a:pt x="1655" y="97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9C5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7309372" y="1693005"/>
              <a:ext cx="193446" cy="193411"/>
            </a:xfrm>
            <a:custGeom>
              <a:avLst/>
              <a:gdLst/>
              <a:ahLst/>
              <a:cxnLst/>
              <a:rect l="l" t="t" r="r" b="b"/>
              <a:pathLst>
                <a:path w="5552" h="5551" extrusionOk="0">
                  <a:moveTo>
                    <a:pt x="2776" y="0"/>
                  </a:moveTo>
                  <a:cubicBezTo>
                    <a:pt x="1228" y="0"/>
                    <a:pt x="0" y="1228"/>
                    <a:pt x="0" y="2775"/>
                  </a:cubicBezTo>
                  <a:cubicBezTo>
                    <a:pt x="0" y="4305"/>
                    <a:pt x="1228" y="5551"/>
                    <a:pt x="2776" y="5551"/>
                  </a:cubicBezTo>
                  <a:cubicBezTo>
                    <a:pt x="4306" y="5551"/>
                    <a:pt x="5551" y="4305"/>
                    <a:pt x="5551" y="2775"/>
                  </a:cubicBezTo>
                  <a:cubicBezTo>
                    <a:pt x="5551" y="1245"/>
                    <a:pt x="4306" y="0"/>
                    <a:pt x="2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8089790" y="1723632"/>
              <a:ext cx="266580" cy="566365"/>
            </a:xfrm>
            <a:custGeom>
              <a:avLst/>
              <a:gdLst/>
              <a:ahLst/>
              <a:cxnLst/>
              <a:rect l="l" t="t" r="r" b="b"/>
              <a:pathLst>
                <a:path w="7651" h="16255" extrusionOk="0">
                  <a:moveTo>
                    <a:pt x="3417" y="0"/>
                  </a:moveTo>
                  <a:cubicBezTo>
                    <a:pt x="3012" y="0"/>
                    <a:pt x="2625" y="196"/>
                    <a:pt x="2402" y="544"/>
                  </a:cubicBezTo>
                  <a:cubicBezTo>
                    <a:pt x="1548" y="1825"/>
                    <a:pt x="979" y="3320"/>
                    <a:pt x="606" y="4778"/>
                  </a:cubicBezTo>
                  <a:cubicBezTo>
                    <a:pt x="499" y="5170"/>
                    <a:pt x="392" y="5579"/>
                    <a:pt x="321" y="5988"/>
                  </a:cubicBezTo>
                  <a:cubicBezTo>
                    <a:pt x="214" y="6522"/>
                    <a:pt x="303" y="7073"/>
                    <a:pt x="534" y="7554"/>
                  </a:cubicBezTo>
                  <a:cubicBezTo>
                    <a:pt x="552" y="7589"/>
                    <a:pt x="552" y="7625"/>
                    <a:pt x="570" y="7661"/>
                  </a:cubicBezTo>
                  <a:cubicBezTo>
                    <a:pt x="783" y="8176"/>
                    <a:pt x="748" y="8888"/>
                    <a:pt x="766" y="9440"/>
                  </a:cubicBezTo>
                  <a:cubicBezTo>
                    <a:pt x="783" y="10685"/>
                    <a:pt x="677" y="11930"/>
                    <a:pt x="428" y="13158"/>
                  </a:cubicBezTo>
                  <a:cubicBezTo>
                    <a:pt x="250" y="14065"/>
                    <a:pt x="1" y="15097"/>
                    <a:pt x="694" y="15791"/>
                  </a:cubicBezTo>
                  <a:cubicBezTo>
                    <a:pt x="1012" y="16108"/>
                    <a:pt x="1457" y="16254"/>
                    <a:pt x="1906" y="16254"/>
                  </a:cubicBezTo>
                  <a:cubicBezTo>
                    <a:pt x="2037" y="16254"/>
                    <a:pt x="2168" y="16242"/>
                    <a:pt x="2296" y="16218"/>
                  </a:cubicBezTo>
                  <a:cubicBezTo>
                    <a:pt x="3292" y="16004"/>
                    <a:pt x="3986" y="15221"/>
                    <a:pt x="4537" y="14421"/>
                  </a:cubicBezTo>
                  <a:cubicBezTo>
                    <a:pt x="5765" y="12677"/>
                    <a:pt x="6725" y="10703"/>
                    <a:pt x="7188" y="8603"/>
                  </a:cubicBezTo>
                  <a:cubicBezTo>
                    <a:pt x="7615" y="6700"/>
                    <a:pt x="7651" y="4280"/>
                    <a:pt x="6850" y="2466"/>
                  </a:cubicBezTo>
                  <a:cubicBezTo>
                    <a:pt x="6316" y="1238"/>
                    <a:pt x="5089" y="438"/>
                    <a:pt x="3808" y="64"/>
                  </a:cubicBezTo>
                  <a:cubicBezTo>
                    <a:pt x="3790" y="46"/>
                    <a:pt x="3772" y="46"/>
                    <a:pt x="3754" y="46"/>
                  </a:cubicBezTo>
                  <a:cubicBezTo>
                    <a:pt x="3643" y="15"/>
                    <a:pt x="3529" y="0"/>
                    <a:pt x="3417" y="0"/>
                  </a:cubicBezTo>
                  <a:close/>
                </a:path>
              </a:pathLst>
            </a:custGeom>
            <a:solidFill>
              <a:srgbClr val="AEB1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8070592" y="1877708"/>
              <a:ext cx="115921" cy="239298"/>
            </a:xfrm>
            <a:custGeom>
              <a:avLst/>
              <a:gdLst/>
              <a:ahLst/>
              <a:cxnLst/>
              <a:rect l="l" t="t" r="r" b="b"/>
              <a:pathLst>
                <a:path w="3327" h="6868" fill="none" extrusionOk="0">
                  <a:moveTo>
                    <a:pt x="0" y="6868"/>
                  </a:moveTo>
                  <a:cubicBezTo>
                    <a:pt x="1103" y="4573"/>
                    <a:pt x="2224" y="2278"/>
                    <a:pt x="3327" y="1"/>
                  </a:cubicBezTo>
                </a:path>
              </a:pathLst>
            </a:custGeom>
            <a:noFill/>
            <a:ln w="355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2"/>
            <p:cNvSpPr/>
            <p:nvPr/>
          </p:nvSpPr>
          <p:spPr>
            <a:xfrm>
              <a:off x="8151776" y="1885165"/>
              <a:ext cx="4982" cy="45260"/>
            </a:xfrm>
            <a:custGeom>
              <a:avLst/>
              <a:gdLst/>
              <a:ahLst/>
              <a:cxnLst/>
              <a:rect l="l" t="t" r="r" b="b"/>
              <a:pathLst>
                <a:path w="143" h="1299" fill="none" extrusionOk="0">
                  <a:moveTo>
                    <a:pt x="1" y="0"/>
                  </a:moveTo>
                  <a:cubicBezTo>
                    <a:pt x="54" y="427"/>
                    <a:pt x="90" y="872"/>
                    <a:pt x="143" y="1299"/>
                  </a:cubicBezTo>
                </a:path>
              </a:pathLst>
            </a:custGeom>
            <a:noFill/>
            <a:ln w="3550" cap="flat" cmpd="sng">
              <a:solidFill>
                <a:srgbClr val="9C5240"/>
              </a:solidFill>
              <a:prstDash val="solid"/>
              <a:miter lim="177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7536236" y="2107464"/>
              <a:ext cx="719707" cy="193027"/>
            </a:xfrm>
            <a:custGeom>
              <a:avLst/>
              <a:gdLst/>
              <a:ahLst/>
              <a:cxnLst/>
              <a:rect l="l" t="t" r="r" b="b"/>
              <a:pathLst>
                <a:path w="20656" h="5540" extrusionOk="0">
                  <a:moveTo>
                    <a:pt x="10344" y="0"/>
                  </a:moveTo>
                  <a:cubicBezTo>
                    <a:pt x="10145" y="0"/>
                    <a:pt x="9947" y="2"/>
                    <a:pt x="9750" y="7"/>
                  </a:cubicBezTo>
                  <a:cubicBezTo>
                    <a:pt x="7651" y="60"/>
                    <a:pt x="5569" y="363"/>
                    <a:pt x="3523" y="665"/>
                  </a:cubicBezTo>
                  <a:cubicBezTo>
                    <a:pt x="2758" y="790"/>
                    <a:pt x="1976" y="914"/>
                    <a:pt x="1353" y="1288"/>
                  </a:cubicBezTo>
                  <a:cubicBezTo>
                    <a:pt x="410" y="1839"/>
                    <a:pt x="1" y="2960"/>
                    <a:pt x="446" y="3850"/>
                  </a:cubicBezTo>
                  <a:cubicBezTo>
                    <a:pt x="570" y="4116"/>
                    <a:pt x="801" y="4366"/>
                    <a:pt x="1139" y="4401"/>
                  </a:cubicBezTo>
                  <a:cubicBezTo>
                    <a:pt x="1155" y="4403"/>
                    <a:pt x="1170" y="4404"/>
                    <a:pt x="1185" y="4404"/>
                  </a:cubicBezTo>
                  <a:cubicBezTo>
                    <a:pt x="1507" y="4404"/>
                    <a:pt x="1805" y="4054"/>
                    <a:pt x="1584" y="3867"/>
                  </a:cubicBezTo>
                  <a:lnTo>
                    <a:pt x="1584" y="3867"/>
                  </a:lnTo>
                  <a:cubicBezTo>
                    <a:pt x="1964" y="4152"/>
                    <a:pt x="2284" y="4261"/>
                    <a:pt x="2574" y="4261"/>
                  </a:cubicBezTo>
                  <a:cubicBezTo>
                    <a:pt x="3478" y="4261"/>
                    <a:pt x="4085" y="3201"/>
                    <a:pt x="5285" y="3120"/>
                  </a:cubicBezTo>
                  <a:cubicBezTo>
                    <a:pt x="5332" y="3115"/>
                    <a:pt x="5380" y="3113"/>
                    <a:pt x="5428" y="3113"/>
                  </a:cubicBezTo>
                  <a:cubicBezTo>
                    <a:pt x="5559" y="3113"/>
                    <a:pt x="5693" y="3130"/>
                    <a:pt x="5836" y="3156"/>
                  </a:cubicBezTo>
                  <a:cubicBezTo>
                    <a:pt x="7491" y="3565"/>
                    <a:pt x="9127" y="3832"/>
                    <a:pt x="10817" y="4134"/>
                  </a:cubicBezTo>
                  <a:cubicBezTo>
                    <a:pt x="11938" y="4312"/>
                    <a:pt x="13059" y="4561"/>
                    <a:pt x="14162" y="4846"/>
                  </a:cubicBezTo>
                  <a:cubicBezTo>
                    <a:pt x="15051" y="5077"/>
                    <a:pt x="16030" y="5540"/>
                    <a:pt x="16955" y="5540"/>
                  </a:cubicBezTo>
                  <a:cubicBezTo>
                    <a:pt x="17951" y="5540"/>
                    <a:pt x="18627" y="5451"/>
                    <a:pt x="19303" y="4810"/>
                  </a:cubicBezTo>
                  <a:cubicBezTo>
                    <a:pt x="19624" y="4508"/>
                    <a:pt x="19926" y="4188"/>
                    <a:pt x="20211" y="3867"/>
                  </a:cubicBezTo>
                  <a:cubicBezTo>
                    <a:pt x="20371" y="3672"/>
                    <a:pt x="20531" y="3458"/>
                    <a:pt x="20549" y="3227"/>
                  </a:cubicBezTo>
                  <a:cubicBezTo>
                    <a:pt x="20655" y="1270"/>
                    <a:pt x="18200" y="754"/>
                    <a:pt x="16742" y="541"/>
                  </a:cubicBezTo>
                  <a:cubicBezTo>
                    <a:pt x="14678" y="248"/>
                    <a:pt x="12450" y="0"/>
                    <a:pt x="10344" y="0"/>
                  </a:cubicBezTo>
                  <a:close/>
                </a:path>
              </a:pathLst>
            </a:custGeom>
            <a:solidFill>
              <a:srgbClr val="FED2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3"/>
          <p:cNvCxnSpPr>
            <a:cxnSpLocks/>
            <a:stCxn id="200" idx="6"/>
            <a:endCxn id="201" idx="2"/>
          </p:cNvCxnSpPr>
          <p:nvPr/>
        </p:nvCxnSpPr>
        <p:spPr>
          <a:xfrm>
            <a:off x="2676104" y="2242263"/>
            <a:ext cx="208800" cy="112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3"/>
          <p:cNvCxnSpPr>
            <a:cxnSpLocks/>
            <a:stCxn id="201" idx="6"/>
            <a:endCxn id="203" idx="2"/>
          </p:cNvCxnSpPr>
          <p:nvPr/>
        </p:nvCxnSpPr>
        <p:spPr>
          <a:xfrm rot="10800000" flipH="1">
            <a:off x="3846929" y="2242363"/>
            <a:ext cx="208800" cy="112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3"/>
          <p:cNvCxnSpPr>
            <a:stCxn id="203" idx="6"/>
            <a:endCxn id="205" idx="2"/>
          </p:cNvCxnSpPr>
          <p:nvPr/>
        </p:nvCxnSpPr>
        <p:spPr>
          <a:xfrm>
            <a:off x="5017754" y="2242263"/>
            <a:ext cx="208800" cy="112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3"/>
          <p:cNvCxnSpPr>
            <a:stCxn id="205" idx="6"/>
            <a:endCxn id="207" idx="2"/>
          </p:cNvCxnSpPr>
          <p:nvPr/>
        </p:nvCxnSpPr>
        <p:spPr>
          <a:xfrm flipV="1">
            <a:off x="6188579" y="2241444"/>
            <a:ext cx="208725" cy="11217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 </a:t>
            </a:r>
            <a:r>
              <a:rPr lang="en-IN" dirty="0"/>
              <a:t>Business  Objectives</a:t>
            </a:r>
            <a:endParaRPr dirty="0"/>
          </a:p>
        </p:txBody>
      </p:sp>
      <p:grpSp>
        <p:nvGrpSpPr>
          <p:cNvPr id="211" name="Google Shape;211;p23"/>
          <p:cNvGrpSpPr/>
          <p:nvPr/>
        </p:nvGrpSpPr>
        <p:grpSpPr>
          <a:xfrm>
            <a:off x="3388904" y="857419"/>
            <a:ext cx="2295600" cy="798200"/>
            <a:chOff x="3800475" y="981250"/>
            <a:chExt cx="2295600" cy="798200"/>
          </a:xfrm>
        </p:grpSpPr>
        <p:sp>
          <p:nvSpPr>
            <p:cNvPr id="212" name="Google Shape;212;p23"/>
            <p:cNvSpPr txBox="1"/>
            <p:nvPr/>
          </p:nvSpPr>
          <p:spPr>
            <a:xfrm>
              <a:off x="3800475" y="981250"/>
              <a:ext cx="2295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3.</a:t>
              </a:r>
              <a:endParaRPr sz="2000" b="1" dirty="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3960225" y="1322850"/>
              <a:ext cx="19761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Quantify financial impact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214" name="Google Shape;214;p23"/>
          <p:cNvGrpSpPr/>
          <p:nvPr/>
        </p:nvGrpSpPr>
        <p:grpSpPr>
          <a:xfrm>
            <a:off x="1047254" y="857419"/>
            <a:ext cx="2295600" cy="798200"/>
            <a:chOff x="616950" y="981238"/>
            <a:chExt cx="2295600" cy="798200"/>
          </a:xfrm>
        </p:grpSpPr>
        <p:sp>
          <p:nvSpPr>
            <p:cNvPr id="215" name="Google Shape;215;p23"/>
            <p:cNvSpPr txBox="1"/>
            <p:nvPr/>
          </p:nvSpPr>
          <p:spPr>
            <a:xfrm>
              <a:off x="616950" y="981238"/>
              <a:ext cx="2295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dk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1.</a:t>
              </a:r>
              <a:endParaRPr sz="2000" b="1" dirty="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776700" y="1322838"/>
              <a:ext cx="19761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1200" dirty="0">
                  <a:solidFill>
                    <a:schemeClr val="dk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Measure customer churn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217" name="Google Shape;217;p23"/>
          <p:cNvGrpSpPr/>
          <p:nvPr/>
        </p:nvGrpSpPr>
        <p:grpSpPr>
          <a:xfrm>
            <a:off x="2218079" y="3948988"/>
            <a:ext cx="2295600" cy="798200"/>
            <a:chOff x="457200" y="3686975"/>
            <a:chExt cx="2295600" cy="798200"/>
          </a:xfrm>
        </p:grpSpPr>
        <p:sp>
          <p:nvSpPr>
            <p:cNvPr id="218" name="Google Shape;218;p23"/>
            <p:cNvSpPr txBox="1"/>
            <p:nvPr/>
          </p:nvSpPr>
          <p:spPr>
            <a:xfrm>
              <a:off x="457200" y="3686975"/>
              <a:ext cx="2295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2.</a:t>
              </a:r>
              <a:endParaRPr sz="20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9" name="Google Shape;219;p23"/>
            <p:cNvSpPr txBox="1"/>
            <p:nvPr/>
          </p:nvSpPr>
          <p:spPr>
            <a:xfrm>
              <a:off x="616950" y="4028575"/>
              <a:ext cx="19761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Identify high-risk customers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220" name="Google Shape;220;p23"/>
          <p:cNvGrpSpPr/>
          <p:nvPr/>
        </p:nvGrpSpPr>
        <p:grpSpPr>
          <a:xfrm>
            <a:off x="5730554" y="857419"/>
            <a:ext cx="2295600" cy="798200"/>
            <a:chOff x="6391200" y="981250"/>
            <a:chExt cx="2295600" cy="798200"/>
          </a:xfrm>
        </p:grpSpPr>
        <p:sp>
          <p:nvSpPr>
            <p:cNvPr id="221" name="Google Shape;221;p23"/>
            <p:cNvSpPr txBox="1"/>
            <p:nvPr/>
          </p:nvSpPr>
          <p:spPr>
            <a:xfrm>
              <a:off x="6391200" y="981250"/>
              <a:ext cx="2295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5.</a:t>
              </a:r>
              <a:endParaRPr sz="20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6550950" y="1322850"/>
              <a:ext cx="19761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Recommend data-driven retention strategies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4559729" y="3948988"/>
            <a:ext cx="2295600" cy="798200"/>
            <a:chOff x="6391200" y="3686975"/>
            <a:chExt cx="2295600" cy="798200"/>
          </a:xfrm>
        </p:grpSpPr>
        <p:sp>
          <p:nvSpPr>
            <p:cNvPr id="227" name="Google Shape;227;p23"/>
            <p:cNvSpPr txBox="1"/>
            <p:nvPr/>
          </p:nvSpPr>
          <p:spPr>
            <a:xfrm>
              <a:off x="6391200" y="3686975"/>
              <a:ext cx="2295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4.</a:t>
              </a:r>
              <a:endParaRPr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6550950" y="4028575"/>
              <a:ext cx="19761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Understand key churn drivers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200" name="Google Shape;200;p23"/>
          <p:cNvSpPr/>
          <p:nvPr/>
        </p:nvSpPr>
        <p:spPr>
          <a:xfrm>
            <a:off x="1714004" y="1761213"/>
            <a:ext cx="962100" cy="96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4055654" y="1761213"/>
            <a:ext cx="962100" cy="962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6397304" y="1760394"/>
            <a:ext cx="962100" cy="96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23"/>
          <p:cNvSpPr/>
          <p:nvPr/>
        </p:nvSpPr>
        <p:spPr>
          <a:xfrm>
            <a:off x="2884829" y="2882113"/>
            <a:ext cx="962100" cy="962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226479" y="2882113"/>
            <a:ext cx="962100" cy="962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" name="Google Shape;241;p23"/>
          <p:cNvGrpSpPr/>
          <p:nvPr/>
        </p:nvGrpSpPr>
        <p:grpSpPr>
          <a:xfrm>
            <a:off x="6684071" y="2013664"/>
            <a:ext cx="407793" cy="457198"/>
            <a:chOff x="3299850" y="238575"/>
            <a:chExt cx="427725" cy="482225"/>
          </a:xfrm>
        </p:grpSpPr>
        <p:sp>
          <p:nvSpPr>
            <p:cNvPr id="242" name="Google Shape;242;p23"/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2" name="Picture 1" descr="F score">
            <a:extLst>
              <a:ext uri="{FF2B5EF4-FFF2-40B4-BE49-F238E27FC236}">
                <a16:creationId xmlns:a16="http://schemas.microsoft.com/office/drawing/2014/main" id="{929B7F45-D64F-6343-A5A1-0170C494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23" y="1943360"/>
            <a:ext cx="678321" cy="678321"/>
          </a:xfrm>
          <a:prstGeom prst="rect">
            <a:avLst/>
          </a:prstGeom>
        </p:spPr>
      </p:pic>
      <p:pic>
        <p:nvPicPr>
          <p:cNvPr id="5" name="Picture 4" descr="Warning ">
            <a:extLst>
              <a:ext uri="{FF2B5EF4-FFF2-40B4-BE49-F238E27FC236}">
                <a16:creationId xmlns:a16="http://schemas.microsoft.com/office/drawing/2014/main" id="{27ECEF84-0FF5-FE97-7FEC-4030397A8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683" y="3044460"/>
            <a:ext cx="554445" cy="554445"/>
          </a:xfrm>
          <a:prstGeom prst="rect">
            <a:avLst/>
          </a:prstGeom>
        </p:spPr>
      </p:pic>
      <p:pic>
        <p:nvPicPr>
          <p:cNvPr id="6" name="Picture 5" descr="Management ">
            <a:extLst>
              <a:ext uri="{FF2B5EF4-FFF2-40B4-BE49-F238E27FC236}">
                <a16:creationId xmlns:a16="http://schemas.microsoft.com/office/drawing/2014/main" id="{7C081591-C2B7-4A16-20C2-80143CB63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886" y="1943360"/>
            <a:ext cx="491635" cy="491635"/>
          </a:xfrm>
          <a:prstGeom prst="rect">
            <a:avLst/>
          </a:prstGeom>
        </p:spPr>
      </p:pic>
      <p:pic>
        <p:nvPicPr>
          <p:cNvPr id="7" name="Picture 6" descr="Star ">
            <a:extLst>
              <a:ext uri="{FF2B5EF4-FFF2-40B4-BE49-F238E27FC236}">
                <a16:creationId xmlns:a16="http://schemas.microsoft.com/office/drawing/2014/main" id="{0000774C-1295-832F-7612-CE377FA01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285" y="3115269"/>
            <a:ext cx="466487" cy="466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3;p24">
            <a:extLst>
              <a:ext uri="{FF2B5EF4-FFF2-40B4-BE49-F238E27FC236}">
                <a16:creationId xmlns:a16="http://schemas.microsoft.com/office/drawing/2014/main" id="{8F6DD788-EC9E-C8E5-251D-B78675C0D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Executive Overview </a:t>
            </a:r>
            <a:endParaRPr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028454-34C6-000E-CE0F-9F7BF7C5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5" y="862361"/>
            <a:ext cx="5234318" cy="40887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02EBC0-2F47-54F8-1B2D-5311E5C21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630" y="1315834"/>
            <a:ext cx="2595195" cy="3645013"/>
          </a:xfrm>
          <a:prstGeom prst="rect">
            <a:avLst/>
          </a:prstGeom>
        </p:spPr>
      </p:pic>
      <p:sp>
        <p:nvSpPr>
          <p:cNvPr id="33" name="Flowchart: Extract 32">
            <a:extLst>
              <a:ext uri="{FF2B5EF4-FFF2-40B4-BE49-F238E27FC236}">
                <a16:creationId xmlns:a16="http://schemas.microsoft.com/office/drawing/2014/main" id="{242A1233-6C2A-CAC8-6000-BED78B964904}"/>
              </a:ext>
            </a:extLst>
          </p:cNvPr>
          <p:cNvSpPr/>
          <p:nvPr/>
        </p:nvSpPr>
        <p:spPr>
          <a:xfrm rot="16200000">
            <a:off x="4069056" y="2666275"/>
            <a:ext cx="3645012" cy="944136"/>
          </a:xfrm>
          <a:prstGeom prst="flowChartExtract">
            <a:avLst/>
          </a:prstGeom>
          <a:solidFill>
            <a:srgbClr val="7030A0">
              <a:alpha val="71000"/>
            </a:srgb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9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093670"/>
              </p:ext>
            </p:extLst>
          </p:nvPr>
        </p:nvGraphicFramePr>
        <p:xfrm>
          <a:off x="409550" y="925900"/>
          <a:ext cx="8324825" cy="2918512"/>
        </p:xfrm>
        <a:graphic>
          <a:graphicData uri="http://schemas.openxmlformats.org/drawingml/2006/table">
            <a:tbl>
              <a:tblPr>
                <a:noFill/>
                <a:effectLst>
                  <a:outerShdw blurRad="50800" dist="50800" dir="8520000" algn="ctr" rotWithShape="0">
                    <a:srgbClr val="000000">
                      <a:alpha val="43137"/>
                    </a:srgbClr>
                  </a:outerShdw>
                </a:effectLst>
                <a:tableStyleId>{CAF82199-B45D-49ED-AB2A-0222348CB1A5}</a:tableStyleId>
              </a:tblPr>
              <a:tblGrid>
                <a:gridCol w="166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3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Retention</a:t>
                      </a:r>
                      <a:endParaRPr sz="15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</a:t>
                      </a:r>
                      <a:r>
                        <a:rPr lang="e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inancial Impact</a:t>
                      </a:r>
                      <a:endParaRPr sz="15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Customer Risk </a:t>
                      </a:r>
                      <a:endParaRPr sz="15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Contract Insight</a:t>
                      </a:r>
                      <a:endParaRPr sz="15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Geographic Insight</a:t>
                      </a:r>
                      <a:endParaRPr sz="15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846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7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900" b="1" dirty="0">
                        <a:solidFill>
                          <a:schemeClr val="dk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900" b="1" dirty="0">
                        <a:solidFill>
                          <a:schemeClr val="dk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900" b="1" dirty="0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1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37150" marR="137150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3" name="Google Shape;263;p24"/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Key Insights</a:t>
            </a:r>
            <a:endParaRPr dirty="0"/>
          </a:p>
        </p:txBody>
      </p:sp>
      <p:sp>
        <p:nvSpPr>
          <p:cNvPr id="27" name="Google Shape;297;p25">
            <a:extLst>
              <a:ext uri="{FF2B5EF4-FFF2-40B4-BE49-F238E27FC236}">
                <a16:creationId xmlns:a16="http://schemas.microsoft.com/office/drawing/2014/main" id="{80B4B792-D251-2A8C-C193-8A3D931C1178}"/>
              </a:ext>
            </a:extLst>
          </p:cNvPr>
          <p:cNvSpPr txBox="1"/>
          <p:nvPr/>
        </p:nvSpPr>
        <p:spPr>
          <a:xfrm>
            <a:off x="409550" y="1553736"/>
            <a:ext cx="1657118" cy="1999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company serves approximately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7,000 customers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0"/>
            <a:endParaRPr lang="en-IN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IN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current churn rate is </a:t>
            </a:r>
            <a:r>
              <a:rPr lang="en-IN" sz="105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26.5%</a:t>
            </a:r>
            <a:r>
              <a:rPr lang="en-IN" sz="105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meaning nearly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in every 4 customers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has left.</a:t>
            </a:r>
            <a:endParaRPr lang="en-US" sz="10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29" name="Google Shape;297;p25">
            <a:extLst>
              <a:ext uri="{FF2B5EF4-FFF2-40B4-BE49-F238E27FC236}">
                <a16:creationId xmlns:a16="http://schemas.microsoft.com/office/drawing/2014/main" id="{BBCBF9E3-D2F8-AD68-320C-C5CB3182C3C9}"/>
              </a:ext>
            </a:extLst>
          </p:cNvPr>
          <p:cNvSpPr txBox="1"/>
          <p:nvPr/>
        </p:nvSpPr>
        <p:spPr>
          <a:xfrm>
            <a:off x="2066668" y="1553736"/>
            <a:ext cx="1657118" cy="22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050" dirty="0"/>
              <a:t>Customer churn has placed approximately </a:t>
            </a:r>
            <a:r>
              <a:rPr lang="en-IN" sz="1050" b="1" dirty="0">
                <a:solidFill>
                  <a:srgbClr val="FF0000"/>
                </a:solidFill>
              </a:rPr>
              <a:t>$2.86M</a:t>
            </a:r>
            <a:r>
              <a:rPr lang="en-IN" sz="1050" dirty="0">
                <a:solidFill>
                  <a:srgbClr val="FF0000"/>
                </a:solidFill>
              </a:rPr>
              <a:t> </a:t>
            </a:r>
            <a:r>
              <a:rPr lang="en-IN" sz="1050" dirty="0"/>
              <a:t>in revenue at risk.</a:t>
            </a:r>
          </a:p>
          <a:p>
            <a:pPr lvl="0"/>
            <a:endParaRPr lang="en-IN" sz="1050" dirty="0"/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050" dirty="0"/>
              <a:t> The average </a:t>
            </a:r>
            <a:r>
              <a:rPr lang="en-IN" sz="1050" b="1" dirty="0"/>
              <a:t>Customer Lifetime Value (CLTV)</a:t>
            </a:r>
            <a:r>
              <a:rPr lang="en-IN" sz="1050" dirty="0"/>
              <a:t> is approximately </a:t>
            </a:r>
            <a:r>
              <a:rPr lang="en-IN" sz="1050" b="1" dirty="0">
                <a:solidFill>
                  <a:srgbClr val="0070C0"/>
                </a:solidFill>
              </a:rPr>
              <a:t>$4.4K</a:t>
            </a:r>
            <a:r>
              <a:rPr lang="en-IN" sz="1050" dirty="0"/>
              <a:t>, making customer retention financially important.</a:t>
            </a:r>
            <a:endParaRPr lang="en-US" sz="10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297;p25">
            <a:extLst>
              <a:ext uri="{FF2B5EF4-FFF2-40B4-BE49-F238E27FC236}">
                <a16:creationId xmlns:a16="http://schemas.microsoft.com/office/drawing/2014/main" id="{5CC10059-59D1-6274-99DC-2A340BCF36AD}"/>
              </a:ext>
            </a:extLst>
          </p:cNvPr>
          <p:cNvSpPr txBox="1"/>
          <p:nvPr/>
        </p:nvSpPr>
        <p:spPr>
          <a:xfrm>
            <a:off x="7077256" y="1706135"/>
            <a:ext cx="1657118" cy="186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 Angeles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reports the </a:t>
            </a:r>
            <a:r>
              <a:rPr lang="en-IN" sz="105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highest number of churned customers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followed by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San Diego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San Francisco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highlighting opportunities for region-specific retention strategies.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10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3" name="Google Shape;297;p25">
            <a:extLst>
              <a:ext uri="{FF2B5EF4-FFF2-40B4-BE49-F238E27FC236}">
                <a16:creationId xmlns:a16="http://schemas.microsoft.com/office/drawing/2014/main" id="{8B9AF381-8187-97E7-E267-469903216344}"/>
              </a:ext>
            </a:extLst>
          </p:cNvPr>
          <p:cNvSpPr txBox="1"/>
          <p:nvPr/>
        </p:nvSpPr>
        <p:spPr>
          <a:xfrm>
            <a:off x="5400521" y="1706135"/>
            <a:ext cx="1657118" cy="178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Customers with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Month-to-Month contracts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account for the highest number of churn cases </a:t>
            </a:r>
            <a:r>
              <a:rPr lang="en-IN" sz="105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IN" sz="105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1,655</a:t>
            </a:r>
            <a:r>
              <a:rPr lang="en-IN" sz="105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suggesting contract flexibility is associated with increased churn.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10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35" name="Google Shape;297;p25">
            <a:extLst>
              <a:ext uri="{FF2B5EF4-FFF2-40B4-BE49-F238E27FC236}">
                <a16:creationId xmlns:a16="http://schemas.microsoft.com/office/drawing/2014/main" id="{E565A961-0890-6D63-1F30-1C0A04A80818}"/>
              </a:ext>
            </a:extLst>
          </p:cNvPr>
          <p:cNvSpPr txBox="1"/>
          <p:nvPr/>
        </p:nvSpPr>
        <p:spPr>
          <a:xfrm>
            <a:off x="3723786" y="1571857"/>
            <a:ext cx="1657118" cy="151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Around </a:t>
            </a:r>
            <a:r>
              <a:rPr lang="en-IN" sz="105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2.6K–2.7K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customers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are classified as </a:t>
            </a:r>
            <a:r>
              <a:rPr lang="en-IN" sz="105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 risk</a:t>
            </a:r>
            <a:r>
              <a:rPr lang="en-IN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indicating a substantial group that may churn if no action is taken.</a:t>
            </a:r>
            <a:endParaRPr lang="en-US" sz="105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pic>
        <p:nvPicPr>
          <p:cNvPr id="36" name="Picture 35" descr="Data report ">
            <a:extLst>
              <a:ext uri="{FF2B5EF4-FFF2-40B4-BE49-F238E27FC236}">
                <a16:creationId xmlns:a16="http://schemas.microsoft.com/office/drawing/2014/main" id="{8CFB0E13-FB0A-902D-B18E-E1DE9594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50" y="4181358"/>
            <a:ext cx="476329" cy="476329"/>
          </a:xfrm>
          <a:prstGeom prst="rect">
            <a:avLst/>
          </a:prstGeom>
        </p:spPr>
      </p:pic>
      <p:sp>
        <p:nvSpPr>
          <p:cNvPr id="38" name="Google Shape;297;p25">
            <a:extLst>
              <a:ext uri="{FF2B5EF4-FFF2-40B4-BE49-F238E27FC236}">
                <a16:creationId xmlns:a16="http://schemas.microsoft.com/office/drawing/2014/main" id="{2C166459-7335-D4AB-0108-5ECCA1C68E21}"/>
              </a:ext>
            </a:extLst>
          </p:cNvPr>
          <p:cNvSpPr txBox="1"/>
          <p:nvPr/>
        </p:nvSpPr>
        <p:spPr>
          <a:xfrm>
            <a:off x="988741" y="4125952"/>
            <a:ext cx="7895064" cy="68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2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Customer churn is concentrated among specific customer segments and locations, creating a measurable financial impact and requiring targeted retention efforts.</a:t>
            </a:r>
            <a:endParaRPr lang="en-US" sz="1200" b="1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0;p26">
            <a:extLst>
              <a:ext uri="{FF2B5EF4-FFF2-40B4-BE49-F238E27FC236}">
                <a16:creationId xmlns:a16="http://schemas.microsoft.com/office/drawing/2014/main" id="{ACDBB9A0-5CE1-DD8A-F353-665158CF2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Root Cause Analysis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7C701-E47D-D346-1412-AF941D59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" y="802887"/>
            <a:ext cx="8519531" cy="40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2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C206C9E-B7B5-859A-93B8-533AE076DE9A}"/>
              </a:ext>
            </a:extLst>
          </p:cNvPr>
          <p:cNvSpPr/>
          <p:nvPr/>
        </p:nvSpPr>
        <p:spPr>
          <a:xfrm>
            <a:off x="0" y="4154652"/>
            <a:ext cx="9144000" cy="902542"/>
          </a:xfrm>
          <a:prstGeom prst="rect">
            <a:avLst/>
          </a:prstGeom>
          <a:solidFill>
            <a:srgbClr val="F773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0" name="Google Shape;320;p26"/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Key Findings From Churn Analysis</a:t>
            </a:r>
            <a:endParaRPr dirty="0"/>
          </a:p>
        </p:txBody>
      </p:sp>
      <p:sp>
        <p:nvSpPr>
          <p:cNvPr id="321" name="Google Shape;321;p26"/>
          <p:cNvSpPr/>
          <p:nvPr/>
        </p:nvSpPr>
        <p:spPr>
          <a:xfrm>
            <a:off x="1583063" y="1103903"/>
            <a:ext cx="507791" cy="337287"/>
          </a:xfrm>
          <a:custGeom>
            <a:avLst/>
            <a:gdLst/>
            <a:ahLst/>
            <a:cxnLst/>
            <a:rect l="l" t="t" r="r" b="b"/>
            <a:pathLst>
              <a:path w="10942" h="10942" extrusionOk="0">
                <a:moveTo>
                  <a:pt x="1" y="0"/>
                </a:moveTo>
                <a:lnTo>
                  <a:pt x="1" y="10941"/>
                </a:lnTo>
                <a:lnTo>
                  <a:pt x="10942" y="10941"/>
                </a:lnTo>
                <a:lnTo>
                  <a:pt x="1094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20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22" name="Google Shape;322;p26"/>
          <p:cNvGrpSpPr/>
          <p:nvPr/>
        </p:nvGrpSpPr>
        <p:grpSpPr>
          <a:xfrm>
            <a:off x="2265062" y="940190"/>
            <a:ext cx="3129864" cy="664713"/>
            <a:chOff x="2482431" y="902347"/>
            <a:chExt cx="3129864" cy="664713"/>
          </a:xfrm>
        </p:grpSpPr>
        <p:sp>
          <p:nvSpPr>
            <p:cNvPr id="323" name="Google Shape;323;p26"/>
            <p:cNvSpPr/>
            <p:nvPr/>
          </p:nvSpPr>
          <p:spPr>
            <a:xfrm>
              <a:off x="2482431" y="963660"/>
              <a:ext cx="3124724" cy="603399"/>
            </a:xfrm>
            <a:custGeom>
              <a:avLst/>
              <a:gdLst/>
              <a:ahLst/>
              <a:cxnLst/>
              <a:rect l="l" t="t" r="r" b="b"/>
              <a:pathLst>
                <a:path w="68929" h="19575" extrusionOk="0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IN" sz="24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Pricing</a:t>
              </a:r>
              <a:endParaRPr lang="en-IN" sz="24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2487570" y="902347"/>
              <a:ext cx="3124724" cy="140439"/>
            </a:xfrm>
            <a:custGeom>
              <a:avLst/>
              <a:gdLst/>
              <a:ahLst/>
              <a:cxnLst/>
              <a:rect l="l" t="t" r="r" b="b"/>
              <a:pathLst>
                <a:path w="68929" h="4556" extrusionOk="0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30" name="Google Shape;330;p26"/>
          <p:cNvSpPr/>
          <p:nvPr/>
        </p:nvSpPr>
        <p:spPr>
          <a:xfrm>
            <a:off x="5400065" y="1686795"/>
            <a:ext cx="3628703" cy="579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New customers</a:t>
            </a: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experience the highest churn, indicating challenges during the onboarding and early engagement stages.</a:t>
            </a:r>
          </a:p>
        </p:txBody>
      </p:sp>
      <p:grpSp>
        <p:nvGrpSpPr>
          <p:cNvPr id="333" name="Google Shape;333;p26"/>
          <p:cNvGrpSpPr/>
          <p:nvPr/>
        </p:nvGrpSpPr>
        <p:grpSpPr>
          <a:xfrm>
            <a:off x="2405838" y="1731886"/>
            <a:ext cx="2843171" cy="664714"/>
            <a:chOff x="2625223" y="2090460"/>
            <a:chExt cx="2843171" cy="664714"/>
          </a:xfrm>
        </p:grpSpPr>
        <p:sp>
          <p:nvSpPr>
            <p:cNvPr id="334" name="Google Shape;334;p26"/>
            <p:cNvSpPr/>
            <p:nvPr/>
          </p:nvSpPr>
          <p:spPr>
            <a:xfrm>
              <a:off x="2625223" y="2151774"/>
              <a:ext cx="2839875" cy="603399"/>
            </a:xfrm>
            <a:custGeom>
              <a:avLst/>
              <a:gdLst/>
              <a:ahLst/>
              <a:cxnLst/>
              <a:rect l="l" t="t" r="r" b="b"/>
              <a:pathLst>
                <a:path w="68929" h="19575" extrusionOk="0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Customer Lifecycle </a:t>
              </a:r>
              <a:endParaRPr sz="20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2628519" y="2090460"/>
              <a:ext cx="2839875" cy="140439"/>
            </a:xfrm>
            <a:custGeom>
              <a:avLst/>
              <a:gdLst/>
              <a:ahLst/>
              <a:cxnLst/>
              <a:rect l="l" t="t" r="r" b="b"/>
              <a:pathLst>
                <a:path w="68929" h="4556" extrusionOk="0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36" name="Google Shape;336;p26"/>
          <p:cNvSpPr/>
          <p:nvPr/>
        </p:nvSpPr>
        <p:spPr>
          <a:xfrm>
            <a:off x="1582918" y="1844018"/>
            <a:ext cx="507791" cy="337260"/>
          </a:xfrm>
          <a:custGeom>
            <a:avLst/>
            <a:gdLst/>
            <a:ahLst/>
            <a:cxnLst/>
            <a:rect l="l" t="t" r="r" b="b"/>
            <a:pathLst>
              <a:path w="10942" h="10942" extrusionOk="0">
                <a:moveTo>
                  <a:pt x="1" y="1"/>
                </a:moveTo>
                <a:lnTo>
                  <a:pt x="1" y="10942"/>
                </a:lnTo>
                <a:lnTo>
                  <a:pt x="10942" y="10942"/>
                </a:lnTo>
                <a:lnTo>
                  <a:pt x="109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20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1595558" y="2556846"/>
            <a:ext cx="507791" cy="337260"/>
          </a:xfrm>
          <a:custGeom>
            <a:avLst/>
            <a:gdLst/>
            <a:ahLst/>
            <a:cxnLst/>
            <a:rect l="l" t="t" r="r" b="b"/>
            <a:pathLst>
              <a:path w="10942" h="10942" extrusionOk="0">
                <a:moveTo>
                  <a:pt x="1" y="1"/>
                </a:moveTo>
                <a:lnTo>
                  <a:pt x="1" y="10942"/>
                </a:lnTo>
                <a:lnTo>
                  <a:pt x="10942" y="10942"/>
                </a:lnTo>
                <a:lnTo>
                  <a:pt x="1094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20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46" name="Google Shape;346;p26"/>
          <p:cNvGrpSpPr/>
          <p:nvPr/>
        </p:nvGrpSpPr>
        <p:grpSpPr>
          <a:xfrm>
            <a:off x="2516590" y="2486627"/>
            <a:ext cx="2589735" cy="664712"/>
            <a:chOff x="2752163" y="2965066"/>
            <a:chExt cx="2589735" cy="664712"/>
          </a:xfrm>
        </p:grpSpPr>
        <p:sp>
          <p:nvSpPr>
            <p:cNvPr id="347" name="Google Shape;347;p26"/>
            <p:cNvSpPr/>
            <p:nvPr/>
          </p:nvSpPr>
          <p:spPr>
            <a:xfrm>
              <a:off x="2752163" y="3026379"/>
              <a:ext cx="2586733" cy="603399"/>
            </a:xfrm>
            <a:custGeom>
              <a:avLst/>
              <a:gdLst/>
              <a:ahLst/>
              <a:cxnLst/>
              <a:rect l="l" t="t" r="r" b="b"/>
              <a:pathLst>
                <a:path w="68929" h="19575" extrusionOk="0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Payment Behaviour</a:t>
              </a:r>
              <a:endParaRPr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755166" y="2965066"/>
              <a:ext cx="2586733" cy="140439"/>
            </a:xfrm>
            <a:custGeom>
              <a:avLst/>
              <a:gdLst/>
              <a:ahLst/>
              <a:cxnLst/>
              <a:rect l="l" t="t" r="r" b="b"/>
              <a:pathLst>
                <a:path w="68929" h="4556" extrusionOk="0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54" name="Google Shape;354;p26"/>
          <p:cNvSpPr/>
          <p:nvPr/>
        </p:nvSpPr>
        <p:spPr>
          <a:xfrm>
            <a:off x="1582918" y="3327685"/>
            <a:ext cx="507791" cy="344626"/>
          </a:xfrm>
          <a:custGeom>
            <a:avLst/>
            <a:gdLst/>
            <a:ahLst/>
            <a:cxnLst/>
            <a:rect l="l" t="t" r="r" b="b"/>
            <a:pathLst>
              <a:path w="10942" h="11181" extrusionOk="0">
                <a:moveTo>
                  <a:pt x="1" y="1"/>
                </a:moveTo>
                <a:lnTo>
                  <a:pt x="1" y="11181"/>
                </a:lnTo>
                <a:lnTo>
                  <a:pt x="10942" y="11181"/>
                </a:lnTo>
                <a:lnTo>
                  <a:pt x="1094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20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55" name="Google Shape;355;p26"/>
          <p:cNvGrpSpPr/>
          <p:nvPr/>
        </p:nvGrpSpPr>
        <p:grpSpPr>
          <a:xfrm>
            <a:off x="2633956" y="3272084"/>
            <a:ext cx="2351999" cy="664712"/>
            <a:chOff x="2870784" y="3839695"/>
            <a:chExt cx="2351999" cy="664712"/>
          </a:xfrm>
        </p:grpSpPr>
        <p:sp>
          <p:nvSpPr>
            <p:cNvPr id="356" name="Google Shape;356;p26"/>
            <p:cNvSpPr/>
            <p:nvPr/>
          </p:nvSpPr>
          <p:spPr>
            <a:xfrm>
              <a:off x="2870784" y="3901008"/>
              <a:ext cx="2349273" cy="603399"/>
            </a:xfrm>
            <a:custGeom>
              <a:avLst/>
              <a:gdLst/>
              <a:ahLst/>
              <a:cxnLst/>
              <a:rect l="l" t="t" r="r" b="b"/>
              <a:pathLst>
                <a:path w="68929" h="19575" extrusionOk="0">
                  <a:moveTo>
                    <a:pt x="1" y="0"/>
                  </a:moveTo>
                  <a:lnTo>
                    <a:pt x="2109" y="17665"/>
                  </a:lnTo>
                  <a:cubicBezTo>
                    <a:pt x="2109" y="17665"/>
                    <a:pt x="21763" y="19575"/>
                    <a:pt x="34355" y="19575"/>
                  </a:cubicBezTo>
                  <a:cubicBezTo>
                    <a:pt x="48479" y="19575"/>
                    <a:pt x="66820" y="17665"/>
                    <a:pt x="66820" y="17665"/>
                  </a:cubicBezTo>
                  <a:lnTo>
                    <a:pt x="68929" y="0"/>
                  </a:lnTo>
                  <a:lnTo>
                    <a:pt x="68929" y="0"/>
                  </a:lnTo>
                  <a:cubicBezTo>
                    <a:pt x="68927" y="1"/>
                    <a:pt x="47782" y="1910"/>
                    <a:pt x="34475" y="1910"/>
                  </a:cubicBezTo>
                  <a:cubicBezTo>
                    <a:pt x="22341" y="1910"/>
                    <a:pt x="2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600" b="1" dirty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High-value Customers</a:t>
              </a:r>
              <a:endParaRPr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2873511" y="3839695"/>
              <a:ext cx="2349273" cy="140439"/>
            </a:xfrm>
            <a:custGeom>
              <a:avLst/>
              <a:gdLst/>
              <a:ahLst/>
              <a:cxnLst/>
              <a:rect l="l" t="t" r="r" b="b"/>
              <a:pathLst>
                <a:path w="68929" h="4556" extrusionOk="0">
                  <a:moveTo>
                    <a:pt x="34454" y="0"/>
                  </a:moveTo>
                  <a:cubicBezTo>
                    <a:pt x="15218" y="0"/>
                    <a:pt x="0" y="856"/>
                    <a:pt x="0" y="1890"/>
                  </a:cubicBezTo>
                  <a:cubicBezTo>
                    <a:pt x="0" y="2944"/>
                    <a:pt x="15218" y="4556"/>
                    <a:pt x="34454" y="4556"/>
                  </a:cubicBezTo>
                  <a:cubicBezTo>
                    <a:pt x="53711" y="4556"/>
                    <a:pt x="68928" y="3322"/>
                    <a:pt x="68928" y="2268"/>
                  </a:cubicBezTo>
                  <a:cubicBezTo>
                    <a:pt x="68928" y="1234"/>
                    <a:pt x="53711" y="0"/>
                    <a:pt x="3445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" name="Google Shape;330;p26">
            <a:extLst>
              <a:ext uri="{FF2B5EF4-FFF2-40B4-BE49-F238E27FC236}">
                <a16:creationId xmlns:a16="http://schemas.microsoft.com/office/drawing/2014/main" id="{FB5A9357-AAA9-003A-B990-68E5BC66B421}"/>
              </a:ext>
            </a:extLst>
          </p:cNvPr>
          <p:cNvSpPr/>
          <p:nvPr/>
        </p:nvSpPr>
        <p:spPr>
          <a:xfrm>
            <a:off x="5400064" y="3272084"/>
            <a:ext cx="3628703" cy="97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Even though most high-value customers are retained -</a:t>
            </a: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approximately </a:t>
            </a:r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800 high-value customers have churned</a:t>
            </a: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representing a significant loss in future revenue potential.</a:t>
            </a: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endParaRPr lang="en-US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2" name="Google Shape;330;p26">
            <a:extLst>
              <a:ext uri="{FF2B5EF4-FFF2-40B4-BE49-F238E27FC236}">
                <a16:creationId xmlns:a16="http://schemas.microsoft.com/office/drawing/2014/main" id="{D3970F09-3EE7-FC10-5319-A97420A62E21}"/>
              </a:ext>
            </a:extLst>
          </p:cNvPr>
          <p:cNvSpPr/>
          <p:nvPr/>
        </p:nvSpPr>
        <p:spPr>
          <a:xfrm>
            <a:off x="5400066" y="2521456"/>
            <a:ext cx="3628703" cy="60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Customers using </a:t>
            </a:r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Electronic Check</a:t>
            </a: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have the highest churn compared with other payment methods.</a:t>
            </a: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endParaRPr lang="en-US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4" name="Google Shape;330;p26">
            <a:extLst>
              <a:ext uri="{FF2B5EF4-FFF2-40B4-BE49-F238E27FC236}">
                <a16:creationId xmlns:a16="http://schemas.microsoft.com/office/drawing/2014/main" id="{542A6541-C3DF-7078-8F0C-839F163AAA0D}"/>
              </a:ext>
            </a:extLst>
          </p:cNvPr>
          <p:cNvSpPr/>
          <p:nvPr/>
        </p:nvSpPr>
        <p:spPr>
          <a:xfrm>
            <a:off x="5400064" y="1043939"/>
            <a:ext cx="3628703" cy="64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Customers with </a:t>
            </a:r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</a:t>
            </a: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IN" sz="1100" b="1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Very High</a:t>
            </a:r>
            <a:r>
              <a:rPr lang="en-IN" sz="11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monthly charges exhibit the highest churn rates.</a:t>
            </a:r>
          </a:p>
          <a:p>
            <a:pPr marL="152400">
              <a:buClr>
                <a:schemeClr val="dk1"/>
              </a:buClr>
              <a:buSzPts val="1200"/>
            </a:pPr>
            <a:endParaRPr lang="en-IN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524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en-US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pic>
        <p:nvPicPr>
          <p:cNvPr id="16" name="Picture 15" descr="Retention">
            <a:extLst>
              <a:ext uri="{FF2B5EF4-FFF2-40B4-BE49-F238E27FC236}">
                <a16:creationId xmlns:a16="http://schemas.microsoft.com/office/drawing/2014/main" id="{9A97581D-D535-3679-E8CD-5F168529D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92" y="1793200"/>
            <a:ext cx="507791" cy="507791"/>
          </a:xfrm>
          <a:prstGeom prst="rect">
            <a:avLst/>
          </a:prstGeom>
        </p:spPr>
      </p:pic>
      <p:pic>
        <p:nvPicPr>
          <p:cNvPr id="17" name="Picture 16" descr="Online payment">
            <a:extLst>
              <a:ext uri="{FF2B5EF4-FFF2-40B4-BE49-F238E27FC236}">
                <a16:creationId xmlns:a16="http://schemas.microsoft.com/office/drawing/2014/main" id="{F435EEBB-BC61-411A-3C80-B33981005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90" y="2556846"/>
            <a:ext cx="507791" cy="444292"/>
          </a:xfrm>
          <a:prstGeom prst="rect">
            <a:avLst/>
          </a:prstGeom>
        </p:spPr>
      </p:pic>
      <p:pic>
        <p:nvPicPr>
          <p:cNvPr id="19" name="Picture 18" descr="Customer retention ">
            <a:extLst>
              <a:ext uri="{FF2B5EF4-FFF2-40B4-BE49-F238E27FC236}">
                <a16:creationId xmlns:a16="http://schemas.microsoft.com/office/drawing/2014/main" id="{0006C970-8A98-6191-0D07-2607ABBF8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89" y="3200206"/>
            <a:ext cx="507792" cy="507791"/>
          </a:xfrm>
          <a:prstGeom prst="rect">
            <a:avLst/>
          </a:prstGeom>
        </p:spPr>
      </p:pic>
      <p:pic>
        <p:nvPicPr>
          <p:cNvPr id="20" name="Picture 19" descr="Price up ">
            <a:extLst>
              <a:ext uri="{FF2B5EF4-FFF2-40B4-BE49-F238E27FC236}">
                <a16:creationId xmlns:a16="http://schemas.microsoft.com/office/drawing/2014/main" id="{6579C2A9-B090-54EF-5A73-C9AC19AFB1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89" y="1043939"/>
            <a:ext cx="564916" cy="3299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D486ED-7253-B2CA-C87A-5C73E8CE1563}"/>
              </a:ext>
            </a:extLst>
          </p:cNvPr>
          <p:cNvSpPr txBox="1"/>
          <p:nvPr/>
        </p:nvSpPr>
        <p:spPr>
          <a:xfrm>
            <a:off x="90578" y="4244898"/>
            <a:ext cx="191664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600" b="1" dirty="0">
                <a:solidFill>
                  <a:schemeClr val="accent3">
                    <a:lumMod val="75000"/>
                  </a:schemeClr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Primary Churn Drivers</a:t>
            </a:r>
          </a:p>
        </p:txBody>
      </p:sp>
      <p:sp>
        <p:nvSpPr>
          <p:cNvPr id="26" name="Google Shape;330;p26">
            <a:extLst>
              <a:ext uri="{FF2B5EF4-FFF2-40B4-BE49-F238E27FC236}">
                <a16:creationId xmlns:a16="http://schemas.microsoft.com/office/drawing/2014/main" id="{385B192C-730A-03E9-5FE0-CAC2F52A6786}"/>
              </a:ext>
            </a:extLst>
          </p:cNvPr>
          <p:cNvSpPr/>
          <p:nvPr/>
        </p:nvSpPr>
        <p:spPr>
          <a:xfrm>
            <a:off x="2007220" y="4179784"/>
            <a:ext cx="4039094" cy="8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37150" bIns="91425" anchor="ctr" anchorCtr="0">
            <a:noAutofit/>
          </a:bodyPr>
          <a:lstStyle/>
          <a:p>
            <a:pPr marL="152400">
              <a:buClr>
                <a:schemeClr val="dk1"/>
              </a:buClr>
              <a:buSzPts val="1200"/>
            </a:pPr>
            <a:endParaRPr lang="en-IN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largest revenue losses are driven by: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Competitor offering higher download speeds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Poor customer support interactions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Competitors offering more data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N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endParaRPr lang="en-IN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endParaRPr lang="en-IN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304800">
              <a:buClr>
                <a:schemeClr val="dk1"/>
              </a:buClr>
              <a:buSzPts val="1200"/>
              <a:buFont typeface="Roboto"/>
              <a:buChar char="●"/>
            </a:pPr>
            <a:endParaRPr lang="en-US" sz="1100" dirty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3"/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Key Risks &amp; Opportunities</a:t>
            </a:r>
            <a:endParaRPr dirty="0"/>
          </a:p>
        </p:txBody>
      </p:sp>
      <p:grpSp>
        <p:nvGrpSpPr>
          <p:cNvPr id="1156" name="Google Shape;1156;p43"/>
          <p:cNvGrpSpPr/>
          <p:nvPr/>
        </p:nvGrpSpPr>
        <p:grpSpPr>
          <a:xfrm flipH="1">
            <a:off x="1391962" y="1049101"/>
            <a:ext cx="1940423" cy="830242"/>
            <a:chOff x="427942" y="1108573"/>
            <a:chExt cx="1940423" cy="830242"/>
          </a:xfrm>
        </p:grpSpPr>
        <p:sp>
          <p:nvSpPr>
            <p:cNvPr id="1157" name="Google Shape;1157;p43"/>
            <p:cNvSpPr txBox="1"/>
            <p:nvPr/>
          </p:nvSpPr>
          <p:spPr>
            <a:xfrm>
              <a:off x="427965" y="1108573"/>
              <a:ext cx="19404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SzPts val="1100"/>
              </a:pPr>
              <a:r>
                <a:rPr lang="en-IN" sz="1200" b="1" dirty="0">
                  <a:solidFill>
                    <a:schemeClr val="dk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New Customers Churn Early</a:t>
              </a:r>
              <a:endParaRPr sz="1200" b="1" dirty="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58" name="Google Shape;1158;p43"/>
            <p:cNvSpPr txBox="1"/>
            <p:nvPr/>
          </p:nvSpPr>
          <p:spPr>
            <a:xfrm>
              <a:off x="427942" y="1345579"/>
              <a:ext cx="1940400" cy="593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Enhance onboarding 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and first-90-day engagement</a:t>
              </a:r>
              <a:endParaRPr sz="1100" dirty="0">
                <a:solidFill>
                  <a:srgbClr val="08A81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59" name="Google Shape;1159;p43"/>
          <p:cNvSpPr/>
          <p:nvPr/>
        </p:nvSpPr>
        <p:spPr>
          <a:xfrm>
            <a:off x="412421" y="1057800"/>
            <a:ext cx="931800" cy="931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160" name="Google Shape;1160;p43"/>
          <p:cNvGrpSpPr/>
          <p:nvPr/>
        </p:nvGrpSpPr>
        <p:grpSpPr>
          <a:xfrm flipH="1">
            <a:off x="4504966" y="1108579"/>
            <a:ext cx="2400880" cy="830242"/>
            <a:chOff x="3537257" y="1108579"/>
            <a:chExt cx="1940700" cy="830242"/>
          </a:xfrm>
        </p:grpSpPr>
        <p:sp>
          <p:nvSpPr>
            <p:cNvPr id="1161" name="Google Shape;1161;p43"/>
            <p:cNvSpPr txBox="1"/>
            <p:nvPr/>
          </p:nvSpPr>
          <p:spPr>
            <a:xfrm>
              <a:off x="3537257" y="1108579"/>
              <a:ext cx="19407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dirty="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Competitor Related Churn</a:t>
              </a:r>
              <a:endParaRPr sz="1200"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62" name="Google Shape;1162;p43"/>
            <p:cNvSpPr txBox="1"/>
            <p:nvPr/>
          </p:nvSpPr>
          <p:spPr>
            <a:xfrm>
              <a:off x="3537257" y="1387421"/>
              <a:ext cx="19407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Offer personalized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retention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packages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and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review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pricing</a:t>
              </a:r>
              <a:endParaRPr sz="1100" b="1" dirty="0">
                <a:solidFill>
                  <a:srgbClr val="08A81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63" name="Google Shape;1163;p43"/>
          <p:cNvSpPr/>
          <p:nvPr/>
        </p:nvSpPr>
        <p:spPr>
          <a:xfrm>
            <a:off x="3521729" y="1057800"/>
            <a:ext cx="931800" cy="931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164" name="Google Shape;1164;p43"/>
          <p:cNvGrpSpPr/>
          <p:nvPr/>
        </p:nvGrpSpPr>
        <p:grpSpPr>
          <a:xfrm flipH="1">
            <a:off x="1391962" y="3810822"/>
            <a:ext cx="1940423" cy="922328"/>
            <a:chOff x="427942" y="3810822"/>
            <a:chExt cx="1940423" cy="922328"/>
          </a:xfrm>
        </p:grpSpPr>
        <p:sp>
          <p:nvSpPr>
            <p:cNvPr id="1165" name="Google Shape;1165;p43"/>
            <p:cNvSpPr txBox="1"/>
            <p:nvPr/>
          </p:nvSpPr>
          <p:spPr>
            <a:xfrm>
              <a:off x="427965" y="3810822"/>
              <a:ext cx="19404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value Customer Churn</a:t>
              </a:r>
              <a:endParaRPr sz="12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66" name="Google Shape;1166;p43"/>
            <p:cNvSpPr txBox="1"/>
            <p:nvPr/>
          </p:nvSpPr>
          <p:spPr>
            <a:xfrm>
              <a:off x="427942" y="4014439"/>
              <a:ext cx="1940400" cy="718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Launch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VIP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retention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programs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–</a:t>
              </a:r>
            </a:p>
            <a:p>
              <a:pPr lvl="0"/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Protects customer lifetime value</a:t>
              </a:r>
              <a:endParaRPr sz="1100" dirty="0">
                <a:solidFill>
                  <a:srgbClr val="08A81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67" name="Google Shape;1167;p43"/>
          <p:cNvSpPr/>
          <p:nvPr/>
        </p:nvSpPr>
        <p:spPr>
          <a:xfrm>
            <a:off x="412421" y="3759438"/>
            <a:ext cx="931800" cy="931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168" name="Google Shape;1168;p43"/>
          <p:cNvGrpSpPr/>
          <p:nvPr/>
        </p:nvGrpSpPr>
        <p:grpSpPr>
          <a:xfrm flipH="1">
            <a:off x="4504964" y="3810826"/>
            <a:ext cx="2691288" cy="829024"/>
            <a:chOff x="3537251" y="3810826"/>
            <a:chExt cx="1940706" cy="829024"/>
          </a:xfrm>
        </p:grpSpPr>
        <p:sp>
          <p:nvSpPr>
            <p:cNvPr id="1169" name="Google Shape;1169;p43"/>
            <p:cNvSpPr txBox="1"/>
            <p:nvPr/>
          </p:nvSpPr>
          <p:spPr>
            <a:xfrm>
              <a:off x="3537257" y="3810826"/>
              <a:ext cx="19407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IN" sz="1200" b="1" dirty="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Pricing Related Churn</a:t>
              </a:r>
              <a:endParaRPr sz="12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0" name="Google Shape;1170;p43"/>
            <p:cNvSpPr txBox="1"/>
            <p:nvPr/>
          </p:nvSpPr>
          <p:spPr>
            <a:xfrm>
              <a:off x="3537251" y="4014439"/>
              <a:ext cx="1940400" cy="625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SzPts val="1100"/>
              </a:pP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Bundle Tech Support &amp; Online Security: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 bundle basic Tech Support and Online Security into the standard Fiber Optic package at no extra cost to increase perceived value.</a:t>
              </a:r>
              <a:endParaRPr sz="1100" dirty="0">
                <a:solidFill>
                  <a:srgbClr val="08A81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71" name="Google Shape;1171;p43"/>
          <p:cNvSpPr/>
          <p:nvPr/>
        </p:nvSpPr>
        <p:spPr>
          <a:xfrm>
            <a:off x="3521729" y="3759438"/>
            <a:ext cx="931800" cy="931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172" name="Google Shape;1172;p43"/>
          <p:cNvGrpSpPr/>
          <p:nvPr/>
        </p:nvGrpSpPr>
        <p:grpSpPr>
          <a:xfrm flipH="1">
            <a:off x="1391962" y="2459392"/>
            <a:ext cx="1940423" cy="830243"/>
            <a:chOff x="427942" y="2459392"/>
            <a:chExt cx="1940423" cy="830243"/>
          </a:xfrm>
        </p:grpSpPr>
        <p:sp>
          <p:nvSpPr>
            <p:cNvPr id="1173" name="Google Shape;1173;p43"/>
            <p:cNvSpPr txBox="1"/>
            <p:nvPr/>
          </p:nvSpPr>
          <p:spPr>
            <a:xfrm>
              <a:off x="427965" y="2459392"/>
              <a:ext cx="19404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1" dirty="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Month-to-Month Churn</a:t>
              </a:r>
              <a:endParaRPr sz="1200" b="1" dirty="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4" name="Google Shape;1174;p43"/>
            <p:cNvSpPr txBox="1"/>
            <p:nvPr/>
          </p:nvSpPr>
          <p:spPr>
            <a:xfrm>
              <a:off x="427942" y="2698595"/>
              <a:ext cx="1940400" cy="591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Encourage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long-term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lang="en-IN" sz="1100" b="1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contracts</a:t>
              </a:r>
              <a:r>
                <a:rPr lang="en-IN" sz="1100" dirty="0">
                  <a:solidFill>
                    <a:srgbClr val="08A817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through loyalty incentives</a:t>
              </a:r>
              <a:endParaRPr sz="1100" dirty="0">
                <a:solidFill>
                  <a:srgbClr val="08A81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75" name="Google Shape;1175;p43"/>
          <p:cNvSpPr/>
          <p:nvPr/>
        </p:nvSpPr>
        <p:spPr>
          <a:xfrm>
            <a:off x="412421" y="2408619"/>
            <a:ext cx="931800" cy="931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1176" name="Google Shape;1176;p43"/>
          <p:cNvGrpSpPr/>
          <p:nvPr/>
        </p:nvGrpSpPr>
        <p:grpSpPr>
          <a:xfrm flipH="1">
            <a:off x="4504966" y="2459397"/>
            <a:ext cx="2594644" cy="830243"/>
            <a:chOff x="3537257" y="2459397"/>
            <a:chExt cx="1940700" cy="830243"/>
          </a:xfrm>
        </p:grpSpPr>
        <p:sp>
          <p:nvSpPr>
            <p:cNvPr id="1177" name="Google Shape;1177;p43"/>
            <p:cNvSpPr txBox="1"/>
            <p:nvPr/>
          </p:nvSpPr>
          <p:spPr>
            <a:xfrm>
              <a:off x="3537257" y="2459397"/>
              <a:ext cx="19407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IN" sz="1200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Product &amp;Service Quality</a:t>
              </a:r>
            </a:p>
          </p:txBody>
        </p:sp>
        <p:sp>
          <p:nvSpPr>
            <p:cNvPr id="1178" name="Google Shape;1178;p43"/>
            <p:cNvSpPr txBox="1"/>
            <p:nvPr/>
          </p:nvSpPr>
          <p:spPr>
            <a:xfrm>
              <a:off x="3537257" y="2645916"/>
              <a:ext cx="1940700" cy="6437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SzPts val="1100"/>
              </a:pPr>
              <a:r>
                <a:rPr lang="en-IN" sz="1100" b="1" dirty="0"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Promote AutoPay </a:t>
              </a:r>
              <a:r>
                <a:rPr lang="en-IN" sz="1100" dirty="0"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and recurring payment methods</a:t>
              </a:r>
              <a:endParaRPr sz="11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179" name="Google Shape;1179;p43"/>
          <p:cNvSpPr/>
          <p:nvPr/>
        </p:nvSpPr>
        <p:spPr>
          <a:xfrm>
            <a:off x="3521729" y="2408619"/>
            <a:ext cx="931800" cy="931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203" name="Google Shape;1203;p43"/>
          <p:cNvSpPr/>
          <p:nvPr/>
        </p:nvSpPr>
        <p:spPr>
          <a:xfrm>
            <a:off x="3796105" y="2645916"/>
            <a:ext cx="383048" cy="457205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207" name="Google Shape;1207;p43"/>
          <p:cNvGrpSpPr/>
          <p:nvPr/>
        </p:nvGrpSpPr>
        <p:grpSpPr>
          <a:xfrm>
            <a:off x="6776405" y="1166995"/>
            <a:ext cx="1955174" cy="3533368"/>
            <a:chOff x="7112626" y="1157882"/>
            <a:chExt cx="1955174" cy="3533368"/>
          </a:xfrm>
        </p:grpSpPr>
        <p:sp>
          <p:nvSpPr>
            <p:cNvPr id="1208" name="Google Shape;1208;p43"/>
            <p:cNvSpPr/>
            <p:nvPr/>
          </p:nvSpPr>
          <p:spPr>
            <a:xfrm flipH="1">
              <a:off x="7312052" y="1866275"/>
              <a:ext cx="135957" cy="95651"/>
            </a:xfrm>
            <a:custGeom>
              <a:avLst/>
              <a:gdLst/>
              <a:ahLst/>
              <a:cxnLst/>
              <a:rect l="l" t="t" r="r" b="b"/>
              <a:pathLst>
                <a:path w="4023" h="2483" extrusionOk="0">
                  <a:moveTo>
                    <a:pt x="3563" y="1"/>
                  </a:moveTo>
                  <a:cubicBezTo>
                    <a:pt x="3466" y="1"/>
                    <a:pt x="3377" y="30"/>
                    <a:pt x="3272" y="51"/>
                  </a:cubicBezTo>
                  <a:cubicBezTo>
                    <a:pt x="2317" y="310"/>
                    <a:pt x="1361" y="761"/>
                    <a:pt x="611" y="1388"/>
                  </a:cubicBezTo>
                  <a:cubicBezTo>
                    <a:pt x="1" y="1885"/>
                    <a:pt x="299" y="2483"/>
                    <a:pt x="824" y="2483"/>
                  </a:cubicBezTo>
                  <a:cubicBezTo>
                    <a:pt x="992" y="2483"/>
                    <a:pt x="1183" y="2421"/>
                    <a:pt x="1375" y="2276"/>
                  </a:cubicBezTo>
                  <a:cubicBezTo>
                    <a:pt x="1593" y="2098"/>
                    <a:pt x="1771" y="1866"/>
                    <a:pt x="1975" y="1675"/>
                  </a:cubicBezTo>
                  <a:cubicBezTo>
                    <a:pt x="2344" y="1279"/>
                    <a:pt x="2835" y="993"/>
                    <a:pt x="3354" y="842"/>
                  </a:cubicBezTo>
                  <a:cubicBezTo>
                    <a:pt x="3504" y="788"/>
                    <a:pt x="3654" y="761"/>
                    <a:pt x="3791" y="665"/>
                  </a:cubicBezTo>
                  <a:cubicBezTo>
                    <a:pt x="3927" y="583"/>
                    <a:pt x="4023" y="419"/>
                    <a:pt x="3968" y="256"/>
                  </a:cubicBezTo>
                  <a:cubicBezTo>
                    <a:pt x="3927" y="105"/>
                    <a:pt x="3791" y="23"/>
                    <a:pt x="3654" y="10"/>
                  </a:cubicBezTo>
                  <a:cubicBezTo>
                    <a:pt x="3623" y="3"/>
                    <a:pt x="3592" y="1"/>
                    <a:pt x="3563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3"/>
            <p:cNvSpPr/>
            <p:nvPr/>
          </p:nvSpPr>
          <p:spPr>
            <a:xfrm flipH="1">
              <a:off x="7290828" y="1894397"/>
              <a:ext cx="135890" cy="95459"/>
            </a:xfrm>
            <a:custGeom>
              <a:avLst/>
              <a:gdLst/>
              <a:ahLst/>
              <a:cxnLst/>
              <a:rect l="l" t="t" r="r" b="b"/>
              <a:pathLst>
                <a:path w="4021" h="2478" extrusionOk="0">
                  <a:moveTo>
                    <a:pt x="3610" y="1"/>
                  </a:moveTo>
                  <a:cubicBezTo>
                    <a:pt x="3495" y="1"/>
                    <a:pt x="3388" y="34"/>
                    <a:pt x="3270" y="58"/>
                  </a:cubicBezTo>
                  <a:cubicBezTo>
                    <a:pt x="2315" y="317"/>
                    <a:pt x="1359" y="754"/>
                    <a:pt x="608" y="1382"/>
                  </a:cubicBezTo>
                  <a:cubicBezTo>
                    <a:pt x="0" y="1887"/>
                    <a:pt x="295" y="2478"/>
                    <a:pt x="817" y="2478"/>
                  </a:cubicBezTo>
                  <a:cubicBezTo>
                    <a:pt x="986" y="2478"/>
                    <a:pt x="1179" y="2416"/>
                    <a:pt x="1373" y="2269"/>
                  </a:cubicBezTo>
                  <a:cubicBezTo>
                    <a:pt x="1591" y="2105"/>
                    <a:pt x="1769" y="1873"/>
                    <a:pt x="1973" y="1682"/>
                  </a:cubicBezTo>
                  <a:cubicBezTo>
                    <a:pt x="2342" y="1286"/>
                    <a:pt x="2847" y="1000"/>
                    <a:pt x="3352" y="849"/>
                  </a:cubicBezTo>
                  <a:cubicBezTo>
                    <a:pt x="3502" y="795"/>
                    <a:pt x="3666" y="754"/>
                    <a:pt x="3802" y="672"/>
                  </a:cubicBezTo>
                  <a:cubicBezTo>
                    <a:pt x="3939" y="590"/>
                    <a:pt x="4021" y="413"/>
                    <a:pt x="3966" y="263"/>
                  </a:cubicBezTo>
                  <a:cubicBezTo>
                    <a:pt x="3911" y="112"/>
                    <a:pt x="3775" y="31"/>
                    <a:pt x="3666" y="3"/>
                  </a:cubicBezTo>
                  <a:cubicBezTo>
                    <a:pt x="3647" y="1"/>
                    <a:pt x="3629" y="1"/>
                    <a:pt x="3610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3"/>
            <p:cNvSpPr/>
            <p:nvPr/>
          </p:nvSpPr>
          <p:spPr>
            <a:xfrm flipH="1">
              <a:off x="7291301" y="1930648"/>
              <a:ext cx="135991" cy="95497"/>
            </a:xfrm>
            <a:custGeom>
              <a:avLst/>
              <a:gdLst/>
              <a:ahLst/>
              <a:cxnLst/>
              <a:rect l="l" t="t" r="r" b="b"/>
              <a:pathLst>
                <a:path w="4024" h="2479" extrusionOk="0">
                  <a:moveTo>
                    <a:pt x="3585" y="0"/>
                  </a:moveTo>
                  <a:cubicBezTo>
                    <a:pt x="3479" y="0"/>
                    <a:pt x="3386" y="25"/>
                    <a:pt x="3273" y="59"/>
                  </a:cubicBezTo>
                  <a:cubicBezTo>
                    <a:pt x="2304" y="304"/>
                    <a:pt x="1362" y="755"/>
                    <a:pt x="598" y="1383"/>
                  </a:cubicBezTo>
                  <a:cubicBezTo>
                    <a:pt x="0" y="1888"/>
                    <a:pt x="298" y="2479"/>
                    <a:pt x="820" y="2479"/>
                  </a:cubicBezTo>
                  <a:cubicBezTo>
                    <a:pt x="990" y="2479"/>
                    <a:pt x="1182" y="2417"/>
                    <a:pt x="1376" y="2270"/>
                  </a:cubicBezTo>
                  <a:cubicBezTo>
                    <a:pt x="1595" y="2106"/>
                    <a:pt x="1772" y="1860"/>
                    <a:pt x="1963" y="1669"/>
                  </a:cubicBezTo>
                  <a:cubicBezTo>
                    <a:pt x="2345" y="1287"/>
                    <a:pt x="2837" y="987"/>
                    <a:pt x="3355" y="837"/>
                  </a:cubicBezTo>
                  <a:cubicBezTo>
                    <a:pt x="3505" y="796"/>
                    <a:pt x="3655" y="755"/>
                    <a:pt x="3792" y="673"/>
                  </a:cubicBezTo>
                  <a:cubicBezTo>
                    <a:pt x="3928" y="591"/>
                    <a:pt x="4024" y="413"/>
                    <a:pt x="3969" y="263"/>
                  </a:cubicBezTo>
                  <a:cubicBezTo>
                    <a:pt x="3915" y="113"/>
                    <a:pt x="3778" y="18"/>
                    <a:pt x="3655" y="4"/>
                  </a:cubicBezTo>
                  <a:cubicBezTo>
                    <a:pt x="3631" y="2"/>
                    <a:pt x="3608" y="0"/>
                    <a:pt x="3585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3"/>
            <p:cNvSpPr/>
            <p:nvPr/>
          </p:nvSpPr>
          <p:spPr>
            <a:xfrm flipH="1">
              <a:off x="7306981" y="1969481"/>
              <a:ext cx="110003" cy="77546"/>
            </a:xfrm>
            <a:custGeom>
              <a:avLst/>
              <a:gdLst/>
              <a:ahLst/>
              <a:cxnLst/>
              <a:rect l="l" t="t" r="r" b="b"/>
              <a:pathLst>
                <a:path w="3255" h="2013" extrusionOk="0">
                  <a:moveTo>
                    <a:pt x="2894" y="1"/>
                  </a:moveTo>
                  <a:cubicBezTo>
                    <a:pt x="2814" y="1"/>
                    <a:pt x="2734" y="13"/>
                    <a:pt x="2654" y="33"/>
                  </a:cubicBezTo>
                  <a:cubicBezTo>
                    <a:pt x="1876" y="238"/>
                    <a:pt x="1098" y="607"/>
                    <a:pt x="498" y="1125"/>
                  </a:cubicBezTo>
                  <a:cubicBezTo>
                    <a:pt x="0" y="1529"/>
                    <a:pt x="250" y="2012"/>
                    <a:pt x="674" y="2012"/>
                  </a:cubicBezTo>
                  <a:cubicBezTo>
                    <a:pt x="809" y="2012"/>
                    <a:pt x="961" y="1964"/>
                    <a:pt x="1112" y="1849"/>
                  </a:cubicBezTo>
                  <a:cubicBezTo>
                    <a:pt x="1290" y="1712"/>
                    <a:pt x="1440" y="1521"/>
                    <a:pt x="1590" y="1344"/>
                  </a:cubicBezTo>
                  <a:cubicBezTo>
                    <a:pt x="1904" y="1030"/>
                    <a:pt x="2300" y="784"/>
                    <a:pt x="2723" y="661"/>
                  </a:cubicBezTo>
                  <a:cubicBezTo>
                    <a:pt x="2845" y="634"/>
                    <a:pt x="2982" y="607"/>
                    <a:pt x="3077" y="538"/>
                  </a:cubicBezTo>
                  <a:cubicBezTo>
                    <a:pt x="3187" y="443"/>
                    <a:pt x="3255" y="306"/>
                    <a:pt x="3214" y="197"/>
                  </a:cubicBezTo>
                  <a:cubicBezTo>
                    <a:pt x="3200" y="88"/>
                    <a:pt x="3077" y="20"/>
                    <a:pt x="2982" y="6"/>
                  </a:cubicBezTo>
                  <a:cubicBezTo>
                    <a:pt x="2953" y="2"/>
                    <a:pt x="2923" y="1"/>
                    <a:pt x="2894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3"/>
            <p:cNvSpPr/>
            <p:nvPr/>
          </p:nvSpPr>
          <p:spPr>
            <a:xfrm flipH="1">
              <a:off x="7358183" y="1910269"/>
              <a:ext cx="114396" cy="168459"/>
            </a:xfrm>
            <a:custGeom>
              <a:avLst/>
              <a:gdLst/>
              <a:ahLst/>
              <a:cxnLst/>
              <a:rect l="l" t="t" r="r" b="b"/>
              <a:pathLst>
                <a:path w="3385" h="4373" extrusionOk="0">
                  <a:moveTo>
                    <a:pt x="2061" y="1"/>
                  </a:moveTo>
                  <a:lnTo>
                    <a:pt x="1242" y="315"/>
                  </a:lnTo>
                  <a:cubicBezTo>
                    <a:pt x="833" y="779"/>
                    <a:pt x="655" y="1065"/>
                    <a:pt x="382" y="1625"/>
                  </a:cubicBezTo>
                  <a:cubicBezTo>
                    <a:pt x="123" y="2171"/>
                    <a:pt x="0" y="2840"/>
                    <a:pt x="218" y="3399"/>
                  </a:cubicBezTo>
                  <a:cubicBezTo>
                    <a:pt x="412" y="3953"/>
                    <a:pt x="945" y="4373"/>
                    <a:pt x="1520" y="4373"/>
                  </a:cubicBezTo>
                  <a:cubicBezTo>
                    <a:pt x="1555" y="4373"/>
                    <a:pt x="1589" y="4371"/>
                    <a:pt x="1624" y="4368"/>
                  </a:cubicBezTo>
                  <a:cubicBezTo>
                    <a:pt x="1979" y="4341"/>
                    <a:pt x="2307" y="4136"/>
                    <a:pt x="2580" y="3877"/>
                  </a:cubicBezTo>
                  <a:cubicBezTo>
                    <a:pt x="3112" y="3345"/>
                    <a:pt x="3385" y="2567"/>
                    <a:pt x="3276" y="1816"/>
                  </a:cubicBezTo>
                  <a:cubicBezTo>
                    <a:pt x="3180" y="1065"/>
                    <a:pt x="2716" y="383"/>
                    <a:pt x="2061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3"/>
            <p:cNvSpPr/>
            <p:nvPr/>
          </p:nvSpPr>
          <p:spPr>
            <a:xfrm flipH="1">
              <a:off x="7405258" y="1813150"/>
              <a:ext cx="817366" cy="623833"/>
            </a:xfrm>
            <a:custGeom>
              <a:avLst/>
              <a:gdLst/>
              <a:ahLst/>
              <a:cxnLst/>
              <a:rect l="l" t="t" r="r" b="b"/>
              <a:pathLst>
                <a:path w="24186" h="16194" extrusionOk="0">
                  <a:moveTo>
                    <a:pt x="2611" y="0"/>
                  </a:moveTo>
                  <a:cubicBezTo>
                    <a:pt x="1445" y="0"/>
                    <a:pt x="232" y="444"/>
                    <a:pt x="137" y="1471"/>
                  </a:cubicBezTo>
                  <a:cubicBezTo>
                    <a:pt x="0" y="2863"/>
                    <a:pt x="505" y="4282"/>
                    <a:pt x="1297" y="5388"/>
                  </a:cubicBezTo>
                  <a:cubicBezTo>
                    <a:pt x="2075" y="6507"/>
                    <a:pt x="3098" y="7408"/>
                    <a:pt x="4122" y="8281"/>
                  </a:cubicBezTo>
                  <a:cubicBezTo>
                    <a:pt x="6784" y="10561"/>
                    <a:pt x="9445" y="12854"/>
                    <a:pt x="12107" y="15147"/>
                  </a:cubicBezTo>
                  <a:cubicBezTo>
                    <a:pt x="12584" y="15556"/>
                    <a:pt x="13089" y="15993"/>
                    <a:pt x="13676" y="16130"/>
                  </a:cubicBezTo>
                  <a:cubicBezTo>
                    <a:pt x="13850" y="16174"/>
                    <a:pt x="14025" y="16194"/>
                    <a:pt x="14199" y="16194"/>
                  </a:cubicBezTo>
                  <a:cubicBezTo>
                    <a:pt x="14940" y="16194"/>
                    <a:pt x="15675" y="15834"/>
                    <a:pt x="16338" y="15447"/>
                  </a:cubicBezTo>
                  <a:cubicBezTo>
                    <a:pt x="18890" y="13959"/>
                    <a:pt x="21169" y="11967"/>
                    <a:pt x="23053" y="9605"/>
                  </a:cubicBezTo>
                  <a:cubicBezTo>
                    <a:pt x="23626" y="8882"/>
                    <a:pt x="24186" y="8009"/>
                    <a:pt x="24077" y="7067"/>
                  </a:cubicBezTo>
                  <a:cubicBezTo>
                    <a:pt x="23954" y="6207"/>
                    <a:pt x="23258" y="5565"/>
                    <a:pt x="22480" y="5361"/>
                  </a:cubicBezTo>
                  <a:cubicBezTo>
                    <a:pt x="22231" y="5294"/>
                    <a:pt x="21977" y="5265"/>
                    <a:pt x="21721" y="5265"/>
                  </a:cubicBezTo>
                  <a:cubicBezTo>
                    <a:pt x="21190" y="5265"/>
                    <a:pt x="20652" y="5390"/>
                    <a:pt x="20146" y="5565"/>
                  </a:cubicBezTo>
                  <a:cubicBezTo>
                    <a:pt x="18085" y="6275"/>
                    <a:pt x="16310" y="7763"/>
                    <a:pt x="14591" y="9196"/>
                  </a:cubicBezTo>
                  <a:cubicBezTo>
                    <a:pt x="12148" y="7271"/>
                    <a:pt x="9418" y="5142"/>
                    <a:pt x="7234" y="2863"/>
                  </a:cubicBezTo>
                  <a:cubicBezTo>
                    <a:pt x="6265" y="1839"/>
                    <a:pt x="5282" y="734"/>
                    <a:pt x="4013" y="242"/>
                  </a:cubicBezTo>
                  <a:cubicBezTo>
                    <a:pt x="3619" y="85"/>
                    <a:pt x="3119" y="0"/>
                    <a:pt x="2611" y="0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3"/>
            <p:cNvSpPr/>
            <p:nvPr/>
          </p:nvSpPr>
          <p:spPr>
            <a:xfrm flipH="1">
              <a:off x="7387687" y="1986007"/>
              <a:ext cx="112571" cy="124119"/>
            </a:xfrm>
            <a:custGeom>
              <a:avLst/>
              <a:gdLst/>
              <a:ahLst/>
              <a:cxnLst/>
              <a:rect l="l" t="t" r="r" b="b"/>
              <a:pathLst>
                <a:path w="3331" h="3222" extrusionOk="0">
                  <a:moveTo>
                    <a:pt x="1010" y="0"/>
                  </a:moveTo>
                  <a:cubicBezTo>
                    <a:pt x="560" y="423"/>
                    <a:pt x="232" y="874"/>
                    <a:pt x="0" y="1433"/>
                  </a:cubicBezTo>
                  <a:lnTo>
                    <a:pt x="2238" y="3221"/>
                  </a:lnTo>
                  <a:cubicBezTo>
                    <a:pt x="2375" y="3003"/>
                    <a:pt x="2607" y="2880"/>
                    <a:pt x="2812" y="2744"/>
                  </a:cubicBezTo>
                  <a:cubicBezTo>
                    <a:pt x="3016" y="2607"/>
                    <a:pt x="3248" y="2430"/>
                    <a:pt x="3289" y="2170"/>
                  </a:cubicBezTo>
                  <a:cubicBezTo>
                    <a:pt x="3330" y="2020"/>
                    <a:pt x="3289" y="1856"/>
                    <a:pt x="3248" y="1706"/>
                  </a:cubicBezTo>
                  <a:cubicBezTo>
                    <a:pt x="2921" y="764"/>
                    <a:pt x="1993" y="68"/>
                    <a:pt x="1010" y="0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3"/>
            <p:cNvSpPr/>
            <p:nvPr/>
          </p:nvSpPr>
          <p:spPr>
            <a:xfrm flipH="1">
              <a:off x="7729704" y="2165452"/>
              <a:ext cx="35350" cy="132826"/>
            </a:xfrm>
            <a:custGeom>
              <a:avLst/>
              <a:gdLst/>
              <a:ahLst/>
              <a:cxnLst/>
              <a:rect l="l" t="t" r="r" b="b"/>
              <a:pathLst>
                <a:path w="1046" h="3448" extrusionOk="0">
                  <a:moveTo>
                    <a:pt x="899" y="0"/>
                  </a:moveTo>
                  <a:cubicBezTo>
                    <a:pt x="869" y="0"/>
                    <a:pt x="840" y="15"/>
                    <a:pt x="820" y="51"/>
                  </a:cubicBezTo>
                  <a:cubicBezTo>
                    <a:pt x="205" y="1020"/>
                    <a:pt x="1" y="2248"/>
                    <a:pt x="287" y="3368"/>
                  </a:cubicBezTo>
                  <a:cubicBezTo>
                    <a:pt x="304" y="3424"/>
                    <a:pt x="349" y="3448"/>
                    <a:pt x="393" y="3448"/>
                  </a:cubicBezTo>
                  <a:cubicBezTo>
                    <a:pt x="455" y="3448"/>
                    <a:pt x="516" y="3399"/>
                    <a:pt x="492" y="3327"/>
                  </a:cubicBezTo>
                  <a:cubicBezTo>
                    <a:pt x="219" y="2248"/>
                    <a:pt x="397" y="1102"/>
                    <a:pt x="997" y="174"/>
                  </a:cubicBezTo>
                  <a:cubicBezTo>
                    <a:pt x="1045" y="87"/>
                    <a:pt x="971" y="0"/>
                    <a:pt x="899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3"/>
            <p:cNvSpPr/>
            <p:nvPr/>
          </p:nvSpPr>
          <p:spPr>
            <a:xfrm flipH="1">
              <a:off x="7737138" y="2218538"/>
              <a:ext cx="12234" cy="52891"/>
            </a:xfrm>
            <a:custGeom>
              <a:avLst/>
              <a:gdLst/>
              <a:ahLst/>
              <a:cxnLst/>
              <a:rect l="l" t="t" r="r" b="b"/>
              <a:pathLst>
                <a:path w="362" h="1373" extrusionOk="0">
                  <a:moveTo>
                    <a:pt x="243" y="1"/>
                  </a:moveTo>
                  <a:cubicBezTo>
                    <a:pt x="202" y="1"/>
                    <a:pt x="159" y="25"/>
                    <a:pt x="137" y="79"/>
                  </a:cubicBezTo>
                  <a:cubicBezTo>
                    <a:pt x="1" y="488"/>
                    <a:pt x="1" y="911"/>
                    <a:pt x="137" y="1321"/>
                  </a:cubicBezTo>
                  <a:cubicBezTo>
                    <a:pt x="147" y="1350"/>
                    <a:pt x="185" y="1373"/>
                    <a:pt x="226" y="1373"/>
                  </a:cubicBezTo>
                  <a:cubicBezTo>
                    <a:pt x="242" y="1373"/>
                    <a:pt x="258" y="1369"/>
                    <a:pt x="274" y="1362"/>
                  </a:cubicBezTo>
                  <a:cubicBezTo>
                    <a:pt x="328" y="1334"/>
                    <a:pt x="342" y="1280"/>
                    <a:pt x="328" y="1239"/>
                  </a:cubicBezTo>
                  <a:cubicBezTo>
                    <a:pt x="205" y="870"/>
                    <a:pt x="205" y="502"/>
                    <a:pt x="328" y="147"/>
                  </a:cubicBezTo>
                  <a:cubicBezTo>
                    <a:pt x="361" y="56"/>
                    <a:pt x="305" y="1"/>
                    <a:pt x="243" y="1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3"/>
            <p:cNvSpPr/>
            <p:nvPr/>
          </p:nvSpPr>
          <p:spPr>
            <a:xfrm flipH="1">
              <a:off x="7408167" y="2010740"/>
              <a:ext cx="83643" cy="75273"/>
            </a:xfrm>
            <a:custGeom>
              <a:avLst/>
              <a:gdLst/>
              <a:ahLst/>
              <a:cxnLst/>
              <a:rect l="l" t="t" r="r" b="b"/>
              <a:pathLst>
                <a:path w="2475" h="1954" extrusionOk="0">
                  <a:moveTo>
                    <a:pt x="451" y="0"/>
                  </a:moveTo>
                  <a:cubicBezTo>
                    <a:pt x="344" y="0"/>
                    <a:pt x="237" y="9"/>
                    <a:pt x="132" y="27"/>
                  </a:cubicBezTo>
                  <a:cubicBezTo>
                    <a:pt x="0" y="40"/>
                    <a:pt x="21" y="232"/>
                    <a:pt x="147" y="232"/>
                  </a:cubicBezTo>
                  <a:cubicBezTo>
                    <a:pt x="151" y="232"/>
                    <a:pt x="155" y="232"/>
                    <a:pt x="160" y="232"/>
                  </a:cubicBezTo>
                  <a:cubicBezTo>
                    <a:pt x="242" y="221"/>
                    <a:pt x="324" y="215"/>
                    <a:pt x="406" y="215"/>
                  </a:cubicBezTo>
                  <a:cubicBezTo>
                    <a:pt x="840" y="215"/>
                    <a:pt x="1260" y="365"/>
                    <a:pt x="1593" y="641"/>
                  </a:cubicBezTo>
                  <a:cubicBezTo>
                    <a:pt x="1975" y="941"/>
                    <a:pt x="2193" y="1392"/>
                    <a:pt x="2261" y="1869"/>
                  </a:cubicBezTo>
                  <a:cubicBezTo>
                    <a:pt x="2267" y="1928"/>
                    <a:pt x="2308" y="1954"/>
                    <a:pt x="2351" y="1954"/>
                  </a:cubicBezTo>
                  <a:cubicBezTo>
                    <a:pt x="2410" y="1954"/>
                    <a:pt x="2474" y="1907"/>
                    <a:pt x="2466" y="1829"/>
                  </a:cubicBezTo>
                  <a:cubicBezTo>
                    <a:pt x="2398" y="1296"/>
                    <a:pt x="2125" y="805"/>
                    <a:pt x="1716" y="464"/>
                  </a:cubicBezTo>
                  <a:cubicBezTo>
                    <a:pt x="1372" y="164"/>
                    <a:pt x="911" y="0"/>
                    <a:pt x="451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3"/>
            <p:cNvSpPr/>
            <p:nvPr/>
          </p:nvSpPr>
          <p:spPr>
            <a:xfrm flipH="1">
              <a:off x="7789354" y="2841992"/>
              <a:ext cx="480067" cy="1548489"/>
            </a:xfrm>
            <a:custGeom>
              <a:avLst/>
              <a:gdLst/>
              <a:ahLst/>
              <a:cxnLst/>
              <a:rect l="l" t="t" r="r" b="b"/>
              <a:pathLst>
                <a:path w="12462" h="40197" extrusionOk="0">
                  <a:moveTo>
                    <a:pt x="7521" y="0"/>
                  </a:moveTo>
                  <a:cubicBezTo>
                    <a:pt x="0" y="901"/>
                    <a:pt x="110" y="5596"/>
                    <a:pt x="110" y="5596"/>
                  </a:cubicBezTo>
                  <a:lnTo>
                    <a:pt x="4313" y="23708"/>
                  </a:lnTo>
                  <a:lnTo>
                    <a:pt x="7767" y="40196"/>
                  </a:lnTo>
                  <a:lnTo>
                    <a:pt x="11738" y="40196"/>
                  </a:lnTo>
                  <a:cubicBezTo>
                    <a:pt x="12093" y="34054"/>
                    <a:pt x="12462" y="26725"/>
                    <a:pt x="12298" y="23558"/>
                  </a:cubicBezTo>
                  <a:cubicBezTo>
                    <a:pt x="11684" y="10196"/>
                    <a:pt x="7521" y="0"/>
                    <a:pt x="7521" y="0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3"/>
            <p:cNvSpPr/>
            <p:nvPr/>
          </p:nvSpPr>
          <p:spPr>
            <a:xfrm flipH="1">
              <a:off x="7817202" y="4390462"/>
              <a:ext cx="152511" cy="76275"/>
            </a:xfrm>
            <a:custGeom>
              <a:avLst/>
              <a:gdLst/>
              <a:ahLst/>
              <a:cxnLst/>
              <a:rect l="l" t="t" r="r" b="b"/>
              <a:pathLst>
                <a:path w="3959" h="1980" extrusionOk="0">
                  <a:moveTo>
                    <a:pt x="0" y="0"/>
                  </a:moveTo>
                  <a:lnTo>
                    <a:pt x="260" y="1979"/>
                  </a:lnTo>
                  <a:lnTo>
                    <a:pt x="3835" y="1979"/>
                  </a:lnTo>
                  <a:cubicBezTo>
                    <a:pt x="3890" y="1310"/>
                    <a:pt x="3931" y="642"/>
                    <a:pt x="3958" y="0"/>
                  </a:cubicBezTo>
                  <a:close/>
                </a:path>
              </a:pathLst>
            </a:custGeom>
            <a:solidFill>
              <a:srgbClr val="C96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3"/>
            <p:cNvSpPr/>
            <p:nvPr/>
          </p:nvSpPr>
          <p:spPr>
            <a:xfrm flipH="1">
              <a:off x="7832456" y="4466699"/>
              <a:ext cx="116222" cy="59440"/>
            </a:xfrm>
            <a:custGeom>
              <a:avLst/>
              <a:gdLst/>
              <a:ahLst/>
              <a:cxnLst/>
              <a:rect l="l" t="t" r="r" b="b"/>
              <a:pathLst>
                <a:path w="3017" h="1543" extrusionOk="0">
                  <a:moveTo>
                    <a:pt x="0" y="0"/>
                  </a:moveTo>
                  <a:cubicBezTo>
                    <a:pt x="0" y="519"/>
                    <a:pt x="0" y="1051"/>
                    <a:pt x="14" y="1542"/>
                  </a:cubicBezTo>
                  <a:lnTo>
                    <a:pt x="2866" y="1542"/>
                  </a:lnTo>
                  <a:lnTo>
                    <a:pt x="3017" y="0"/>
                  </a:ln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3"/>
            <p:cNvSpPr/>
            <p:nvPr/>
          </p:nvSpPr>
          <p:spPr>
            <a:xfrm flipH="1">
              <a:off x="7564841" y="4514006"/>
              <a:ext cx="420666" cy="145692"/>
            </a:xfrm>
            <a:custGeom>
              <a:avLst/>
              <a:gdLst/>
              <a:ahLst/>
              <a:cxnLst/>
              <a:rect l="l" t="t" r="r" b="b"/>
              <a:pathLst>
                <a:path w="10920" h="3782" extrusionOk="0">
                  <a:moveTo>
                    <a:pt x="4095" y="1"/>
                  </a:moveTo>
                  <a:lnTo>
                    <a:pt x="765" y="96"/>
                  </a:lnTo>
                  <a:cubicBezTo>
                    <a:pt x="383" y="1270"/>
                    <a:pt x="124" y="2526"/>
                    <a:pt x="1" y="3781"/>
                  </a:cubicBezTo>
                  <a:lnTo>
                    <a:pt x="10920" y="3781"/>
                  </a:lnTo>
                  <a:cubicBezTo>
                    <a:pt x="10592" y="2362"/>
                    <a:pt x="5010" y="1051"/>
                    <a:pt x="4095" y="1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3"/>
            <p:cNvSpPr/>
            <p:nvPr/>
          </p:nvSpPr>
          <p:spPr>
            <a:xfrm flipH="1">
              <a:off x="7559563" y="4659122"/>
              <a:ext cx="426983" cy="32128"/>
            </a:xfrm>
            <a:custGeom>
              <a:avLst/>
              <a:gdLst/>
              <a:ahLst/>
              <a:cxnLst/>
              <a:rect l="l" t="t" r="r" b="b"/>
              <a:pathLst>
                <a:path w="11084" h="834" extrusionOk="0">
                  <a:moveTo>
                    <a:pt x="28" y="1"/>
                  </a:moveTo>
                  <a:cubicBezTo>
                    <a:pt x="14" y="151"/>
                    <a:pt x="14" y="301"/>
                    <a:pt x="0" y="465"/>
                  </a:cubicBezTo>
                  <a:cubicBezTo>
                    <a:pt x="0" y="669"/>
                    <a:pt x="137" y="833"/>
                    <a:pt x="314" y="833"/>
                  </a:cubicBezTo>
                  <a:lnTo>
                    <a:pt x="10742" y="833"/>
                  </a:lnTo>
                  <a:cubicBezTo>
                    <a:pt x="10947" y="833"/>
                    <a:pt x="11083" y="642"/>
                    <a:pt x="11056" y="424"/>
                  </a:cubicBezTo>
                  <a:cubicBezTo>
                    <a:pt x="11029" y="287"/>
                    <a:pt x="11001" y="151"/>
                    <a:pt x="10960" y="14"/>
                  </a:cubicBezTo>
                  <a:lnTo>
                    <a:pt x="10960" y="1"/>
                  </a:ln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3"/>
            <p:cNvSpPr/>
            <p:nvPr/>
          </p:nvSpPr>
          <p:spPr>
            <a:xfrm flipH="1">
              <a:off x="8043299" y="2877741"/>
              <a:ext cx="594710" cy="1512201"/>
            </a:xfrm>
            <a:custGeom>
              <a:avLst/>
              <a:gdLst/>
              <a:ahLst/>
              <a:cxnLst/>
              <a:rect l="l" t="t" r="r" b="b"/>
              <a:pathLst>
                <a:path w="15438" h="39255" extrusionOk="0">
                  <a:moveTo>
                    <a:pt x="15437" y="0"/>
                  </a:moveTo>
                  <a:lnTo>
                    <a:pt x="2867" y="492"/>
                  </a:lnTo>
                  <a:cubicBezTo>
                    <a:pt x="2867" y="492"/>
                    <a:pt x="1" y="15942"/>
                    <a:pt x="820" y="39254"/>
                  </a:cubicBezTo>
                  <a:lnTo>
                    <a:pt x="4750" y="39254"/>
                  </a:lnTo>
                  <a:lnTo>
                    <a:pt x="11698" y="4395"/>
                  </a:lnTo>
                  <a:cubicBezTo>
                    <a:pt x="11698" y="4395"/>
                    <a:pt x="15042" y="2048"/>
                    <a:pt x="15437" y="0"/>
                  </a:cubicBezTo>
                  <a:close/>
                </a:path>
              </a:pathLst>
            </a:custGeom>
            <a:solidFill>
              <a:srgbClr val="F7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3"/>
            <p:cNvSpPr/>
            <p:nvPr/>
          </p:nvSpPr>
          <p:spPr>
            <a:xfrm flipH="1">
              <a:off x="8453409" y="4390462"/>
              <a:ext cx="152511" cy="76275"/>
            </a:xfrm>
            <a:custGeom>
              <a:avLst/>
              <a:gdLst/>
              <a:ahLst/>
              <a:cxnLst/>
              <a:rect l="l" t="t" r="r" b="b"/>
              <a:pathLst>
                <a:path w="3959" h="1980" extrusionOk="0">
                  <a:moveTo>
                    <a:pt x="0" y="0"/>
                  </a:moveTo>
                  <a:lnTo>
                    <a:pt x="0" y="1979"/>
                  </a:lnTo>
                  <a:lnTo>
                    <a:pt x="3563" y="1979"/>
                  </a:lnTo>
                  <a:lnTo>
                    <a:pt x="3958" y="0"/>
                  </a:lnTo>
                  <a:close/>
                </a:path>
              </a:pathLst>
            </a:custGeom>
            <a:solidFill>
              <a:srgbClr val="F992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3"/>
            <p:cNvSpPr/>
            <p:nvPr/>
          </p:nvSpPr>
          <p:spPr>
            <a:xfrm flipH="1">
              <a:off x="8478641" y="4466699"/>
              <a:ext cx="116261" cy="59440"/>
            </a:xfrm>
            <a:custGeom>
              <a:avLst/>
              <a:gdLst/>
              <a:ahLst/>
              <a:cxnLst/>
              <a:rect l="l" t="t" r="r" b="b"/>
              <a:pathLst>
                <a:path w="3018" h="1543" extrusionOk="0">
                  <a:moveTo>
                    <a:pt x="1" y="0"/>
                  </a:moveTo>
                  <a:cubicBezTo>
                    <a:pt x="1" y="519"/>
                    <a:pt x="1" y="1051"/>
                    <a:pt x="14" y="1542"/>
                  </a:cubicBezTo>
                  <a:lnTo>
                    <a:pt x="2867" y="1542"/>
                  </a:lnTo>
                  <a:lnTo>
                    <a:pt x="3017" y="0"/>
                  </a:ln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3"/>
            <p:cNvSpPr/>
            <p:nvPr/>
          </p:nvSpPr>
          <p:spPr>
            <a:xfrm flipH="1">
              <a:off x="8449211" y="4514006"/>
              <a:ext cx="231366" cy="145692"/>
            </a:xfrm>
            <a:custGeom>
              <a:avLst/>
              <a:gdLst/>
              <a:ahLst/>
              <a:cxnLst/>
              <a:rect l="l" t="t" r="r" b="b"/>
              <a:pathLst>
                <a:path w="6006" h="3782" extrusionOk="0">
                  <a:moveTo>
                    <a:pt x="1911" y="1"/>
                  </a:moveTo>
                  <a:cubicBezTo>
                    <a:pt x="983" y="1051"/>
                    <a:pt x="314" y="2362"/>
                    <a:pt x="0" y="3781"/>
                  </a:cubicBezTo>
                  <a:lnTo>
                    <a:pt x="6006" y="3781"/>
                  </a:lnTo>
                  <a:cubicBezTo>
                    <a:pt x="5883" y="2526"/>
                    <a:pt x="5637" y="1270"/>
                    <a:pt x="5228" y="96"/>
                  </a:cubicBezTo>
                  <a:lnTo>
                    <a:pt x="1911" y="1"/>
                  </a:ln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3"/>
            <p:cNvSpPr/>
            <p:nvPr/>
          </p:nvSpPr>
          <p:spPr>
            <a:xfrm flipH="1">
              <a:off x="8447632" y="4659122"/>
              <a:ext cx="237684" cy="32128"/>
            </a:xfrm>
            <a:custGeom>
              <a:avLst/>
              <a:gdLst/>
              <a:ahLst/>
              <a:cxnLst/>
              <a:rect l="l" t="t" r="r" b="b"/>
              <a:pathLst>
                <a:path w="6170" h="834" extrusionOk="0">
                  <a:moveTo>
                    <a:pt x="123" y="1"/>
                  </a:moveTo>
                  <a:lnTo>
                    <a:pt x="123" y="14"/>
                  </a:lnTo>
                  <a:cubicBezTo>
                    <a:pt x="82" y="151"/>
                    <a:pt x="41" y="287"/>
                    <a:pt x="28" y="424"/>
                  </a:cubicBezTo>
                  <a:cubicBezTo>
                    <a:pt x="0" y="642"/>
                    <a:pt x="137" y="833"/>
                    <a:pt x="341" y="833"/>
                  </a:cubicBezTo>
                  <a:lnTo>
                    <a:pt x="5856" y="833"/>
                  </a:lnTo>
                  <a:cubicBezTo>
                    <a:pt x="6033" y="833"/>
                    <a:pt x="6169" y="669"/>
                    <a:pt x="6169" y="465"/>
                  </a:cubicBezTo>
                  <a:cubicBezTo>
                    <a:pt x="6156" y="301"/>
                    <a:pt x="6156" y="151"/>
                    <a:pt x="6142" y="1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3"/>
            <p:cNvSpPr/>
            <p:nvPr/>
          </p:nvSpPr>
          <p:spPr>
            <a:xfrm flipH="1">
              <a:off x="8033320" y="2842531"/>
              <a:ext cx="495862" cy="121962"/>
            </a:xfrm>
            <a:custGeom>
              <a:avLst/>
              <a:gdLst/>
              <a:ahLst/>
              <a:cxnLst/>
              <a:rect l="l" t="t" r="r" b="b"/>
              <a:pathLst>
                <a:path w="12872" h="3166" extrusionOk="0">
                  <a:moveTo>
                    <a:pt x="165" y="0"/>
                  </a:moveTo>
                  <a:cubicBezTo>
                    <a:pt x="165" y="0"/>
                    <a:pt x="56" y="1488"/>
                    <a:pt x="1" y="2102"/>
                  </a:cubicBezTo>
                  <a:cubicBezTo>
                    <a:pt x="2729" y="2789"/>
                    <a:pt x="5500" y="3165"/>
                    <a:pt x="8252" y="3165"/>
                  </a:cubicBezTo>
                  <a:cubicBezTo>
                    <a:pt x="9328" y="3165"/>
                    <a:pt x="10400" y="3108"/>
                    <a:pt x="11466" y="2989"/>
                  </a:cubicBezTo>
                  <a:cubicBezTo>
                    <a:pt x="12135" y="2252"/>
                    <a:pt x="12722" y="1433"/>
                    <a:pt x="12872" y="642"/>
                  </a:cubicBezTo>
                  <a:lnTo>
                    <a:pt x="165" y="0"/>
                  </a:ln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3"/>
            <p:cNvSpPr/>
            <p:nvPr/>
          </p:nvSpPr>
          <p:spPr>
            <a:xfrm flipH="1">
              <a:off x="8491854" y="3675514"/>
              <a:ext cx="85481" cy="196388"/>
            </a:xfrm>
            <a:custGeom>
              <a:avLst/>
              <a:gdLst/>
              <a:ahLst/>
              <a:cxnLst/>
              <a:rect l="l" t="t" r="r" b="b"/>
              <a:pathLst>
                <a:path w="2219" h="5098" extrusionOk="0">
                  <a:moveTo>
                    <a:pt x="88" y="1"/>
                  </a:moveTo>
                  <a:cubicBezTo>
                    <a:pt x="45" y="1"/>
                    <a:pt x="1" y="41"/>
                    <a:pt x="9" y="106"/>
                  </a:cubicBezTo>
                  <a:cubicBezTo>
                    <a:pt x="159" y="993"/>
                    <a:pt x="446" y="1867"/>
                    <a:pt x="787" y="2699"/>
                  </a:cubicBezTo>
                  <a:cubicBezTo>
                    <a:pt x="1128" y="3518"/>
                    <a:pt x="1524" y="4364"/>
                    <a:pt x="2043" y="5060"/>
                  </a:cubicBezTo>
                  <a:cubicBezTo>
                    <a:pt x="2061" y="5086"/>
                    <a:pt x="2083" y="5097"/>
                    <a:pt x="2105" y="5097"/>
                  </a:cubicBezTo>
                  <a:cubicBezTo>
                    <a:pt x="2164" y="5097"/>
                    <a:pt x="2219" y="5017"/>
                    <a:pt x="2179" y="4938"/>
                  </a:cubicBezTo>
                  <a:cubicBezTo>
                    <a:pt x="1770" y="4173"/>
                    <a:pt x="1333" y="3423"/>
                    <a:pt x="992" y="2604"/>
                  </a:cubicBezTo>
                  <a:cubicBezTo>
                    <a:pt x="650" y="1785"/>
                    <a:pt x="405" y="925"/>
                    <a:pt x="159" y="65"/>
                  </a:cubicBezTo>
                  <a:cubicBezTo>
                    <a:pt x="148" y="20"/>
                    <a:pt x="118" y="1"/>
                    <a:pt x="88" y="1"/>
                  </a:cubicBezTo>
                  <a:close/>
                </a:path>
              </a:pathLst>
            </a:custGeom>
            <a:solidFill>
              <a:srgbClr val="BD41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3"/>
            <p:cNvSpPr/>
            <p:nvPr/>
          </p:nvSpPr>
          <p:spPr>
            <a:xfrm flipH="1">
              <a:off x="8053273" y="1284930"/>
              <a:ext cx="359685" cy="419356"/>
            </a:xfrm>
            <a:custGeom>
              <a:avLst/>
              <a:gdLst/>
              <a:ahLst/>
              <a:cxnLst/>
              <a:rect l="l" t="t" r="r" b="b"/>
              <a:pathLst>
                <a:path w="9337" h="10886" extrusionOk="0">
                  <a:moveTo>
                    <a:pt x="4228" y="1"/>
                  </a:moveTo>
                  <a:cubicBezTo>
                    <a:pt x="4074" y="1"/>
                    <a:pt x="3919" y="34"/>
                    <a:pt x="3781" y="101"/>
                  </a:cubicBezTo>
                  <a:cubicBezTo>
                    <a:pt x="3399" y="251"/>
                    <a:pt x="3126" y="579"/>
                    <a:pt x="2894" y="920"/>
                  </a:cubicBezTo>
                  <a:cubicBezTo>
                    <a:pt x="2566" y="1384"/>
                    <a:pt x="2225" y="1943"/>
                    <a:pt x="1665" y="2025"/>
                  </a:cubicBezTo>
                  <a:cubicBezTo>
                    <a:pt x="1600" y="2037"/>
                    <a:pt x="1531" y="2041"/>
                    <a:pt x="1461" y="2041"/>
                  </a:cubicBezTo>
                  <a:cubicBezTo>
                    <a:pt x="1241" y="2041"/>
                    <a:pt x="1005" y="1998"/>
                    <a:pt x="790" y="1998"/>
                  </a:cubicBezTo>
                  <a:cubicBezTo>
                    <a:pt x="578" y="1998"/>
                    <a:pt x="386" y="2039"/>
                    <a:pt x="246" y="2203"/>
                  </a:cubicBezTo>
                  <a:cubicBezTo>
                    <a:pt x="0" y="2489"/>
                    <a:pt x="164" y="2926"/>
                    <a:pt x="342" y="3267"/>
                  </a:cubicBezTo>
                  <a:cubicBezTo>
                    <a:pt x="519" y="3609"/>
                    <a:pt x="710" y="4059"/>
                    <a:pt x="492" y="4359"/>
                  </a:cubicBezTo>
                  <a:cubicBezTo>
                    <a:pt x="396" y="4468"/>
                    <a:pt x="301" y="4537"/>
                    <a:pt x="219" y="4632"/>
                  </a:cubicBezTo>
                  <a:cubicBezTo>
                    <a:pt x="41" y="4837"/>
                    <a:pt x="0" y="5165"/>
                    <a:pt x="164" y="5410"/>
                  </a:cubicBezTo>
                  <a:cubicBezTo>
                    <a:pt x="300" y="5608"/>
                    <a:pt x="525" y="5884"/>
                    <a:pt x="769" y="5884"/>
                  </a:cubicBezTo>
                  <a:cubicBezTo>
                    <a:pt x="795" y="5884"/>
                    <a:pt x="821" y="5881"/>
                    <a:pt x="847" y="5874"/>
                  </a:cubicBezTo>
                  <a:cubicBezTo>
                    <a:pt x="1119" y="6625"/>
                    <a:pt x="1311" y="7417"/>
                    <a:pt x="1420" y="8195"/>
                  </a:cubicBezTo>
                  <a:cubicBezTo>
                    <a:pt x="1543" y="9000"/>
                    <a:pt x="1597" y="9819"/>
                    <a:pt x="1652" y="10624"/>
                  </a:cubicBezTo>
                  <a:cubicBezTo>
                    <a:pt x="1788" y="10812"/>
                    <a:pt x="2104" y="10886"/>
                    <a:pt x="2440" y="10886"/>
                  </a:cubicBezTo>
                  <a:cubicBezTo>
                    <a:pt x="2814" y="10886"/>
                    <a:pt x="3211" y="10794"/>
                    <a:pt x="3412" y="10665"/>
                  </a:cubicBezTo>
                  <a:cubicBezTo>
                    <a:pt x="3849" y="10406"/>
                    <a:pt x="4095" y="9942"/>
                    <a:pt x="4300" y="9505"/>
                  </a:cubicBezTo>
                  <a:cubicBezTo>
                    <a:pt x="4504" y="9054"/>
                    <a:pt x="4682" y="8577"/>
                    <a:pt x="5009" y="8208"/>
                  </a:cubicBezTo>
                  <a:cubicBezTo>
                    <a:pt x="5388" y="7764"/>
                    <a:pt x="5969" y="7533"/>
                    <a:pt x="6548" y="7533"/>
                  </a:cubicBezTo>
                  <a:cubicBezTo>
                    <a:pt x="6930" y="7533"/>
                    <a:pt x="7310" y="7634"/>
                    <a:pt x="7630" y="7840"/>
                  </a:cubicBezTo>
                  <a:cubicBezTo>
                    <a:pt x="7766" y="7949"/>
                    <a:pt x="7903" y="8072"/>
                    <a:pt x="8080" y="8113"/>
                  </a:cubicBezTo>
                  <a:cubicBezTo>
                    <a:pt x="8130" y="8129"/>
                    <a:pt x="8183" y="8138"/>
                    <a:pt x="8236" y="8138"/>
                  </a:cubicBezTo>
                  <a:cubicBezTo>
                    <a:pt x="8357" y="8138"/>
                    <a:pt x="8474" y="8090"/>
                    <a:pt x="8531" y="7976"/>
                  </a:cubicBezTo>
                  <a:cubicBezTo>
                    <a:pt x="8708" y="7690"/>
                    <a:pt x="8285" y="7321"/>
                    <a:pt x="8435" y="7021"/>
                  </a:cubicBezTo>
                  <a:cubicBezTo>
                    <a:pt x="8572" y="6789"/>
                    <a:pt x="8940" y="6843"/>
                    <a:pt x="9131" y="6652"/>
                  </a:cubicBezTo>
                  <a:cubicBezTo>
                    <a:pt x="9336" y="6447"/>
                    <a:pt x="9241" y="6120"/>
                    <a:pt x="9063" y="5902"/>
                  </a:cubicBezTo>
                  <a:cubicBezTo>
                    <a:pt x="8913" y="5683"/>
                    <a:pt x="8695" y="5478"/>
                    <a:pt x="8654" y="5205"/>
                  </a:cubicBezTo>
                  <a:cubicBezTo>
                    <a:pt x="8599" y="4687"/>
                    <a:pt x="9268" y="4318"/>
                    <a:pt x="9254" y="3800"/>
                  </a:cubicBezTo>
                  <a:cubicBezTo>
                    <a:pt x="9254" y="3363"/>
                    <a:pt x="8776" y="3104"/>
                    <a:pt x="8367" y="2953"/>
                  </a:cubicBezTo>
                  <a:cubicBezTo>
                    <a:pt x="7971" y="2790"/>
                    <a:pt x="7493" y="2544"/>
                    <a:pt x="7493" y="2094"/>
                  </a:cubicBezTo>
                  <a:cubicBezTo>
                    <a:pt x="7493" y="1807"/>
                    <a:pt x="7698" y="1548"/>
                    <a:pt x="7644" y="1275"/>
                  </a:cubicBezTo>
                  <a:cubicBezTo>
                    <a:pt x="7582" y="948"/>
                    <a:pt x="7231" y="827"/>
                    <a:pt x="6881" y="827"/>
                  </a:cubicBezTo>
                  <a:cubicBezTo>
                    <a:pt x="6763" y="827"/>
                    <a:pt x="6645" y="841"/>
                    <a:pt x="6538" y="865"/>
                  </a:cubicBezTo>
                  <a:cubicBezTo>
                    <a:pt x="6296" y="928"/>
                    <a:pt x="6023" y="1003"/>
                    <a:pt x="5775" y="1003"/>
                  </a:cubicBezTo>
                  <a:cubicBezTo>
                    <a:pt x="5589" y="1003"/>
                    <a:pt x="5417" y="961"/>
                    <a:pt x="5282" y="838"/>
                  </a:cubicBezTo>
                  <a:cubicBezTo>
                    <a:pt x="5105" y="674"/>
                    <a:pt x="5037" y="456"/>
                    <a:pt x="4900" y="292"/>
                  </a:cubicBezTo>
                  <a:cubicBezTo>
                    <a:pt x="4738" y="95"/>
                    <a:pt x="4485" y="1"/>
                    <a:pt x="4228" y="1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3"/>
            <p:cNvSpPr/>
            <p:nvPr/>
          </p:nvSpPr>
          <p:spPr>
            <a:xfrm flipH="1">
              <a:off x="8052233" y="1284622"/>
              <a:ext cx="360224" cy="311917"/>
            </a:xfrm>
            <a:custGeom>
              <a:avLst/>
              <a:gdLst/>
              <a:ahLst/>
              <a:cxnLst/>
              <a:rect l="l" t="t" r="r" b="b"/>
              <a:pathLst>
                <a:path w="9351" h="8097" extrusionOk="0">
                  <a:moveTo>
                    <a:pt x="4243" y="0"/>
                  </a:moveTo>
                  <a:cubicBezTo>
                    <a:pt x="4086" y="0"/>
                    <a:pt x="3927" y="33"/>
                    <a:pt x="3782" y="95"/>
                  </a:cubicBezTo>
                  <a:cubicBezTo>
                    <a:pt x="3413" y="259"/>
                    <a:pt x="3140" y="587"/>
                    <a:pt x="2894" y="914"/>
                  </a:cubicBezTo>
                  <a:cubicBezTo>
                    <a:pt x="2567" y="1364"/>
                    <a:pt x="2226" y="1938"/>
                    <a:pt x="1666" y="2020"/>
                  </a:cubicBezTo>
                  <a:cubicBezTo>
                    <a:pt x="1607" y="2028"/>
                    <a:pt x="1545" y="2031"/>
                    <a:pt x="1483" y="2031"/>
                  </a:cubicBezTo>
                  <a:cubicBezTo>
                    <a:pt x="1252" y="2031"/>
                    <a:pt x="1007" y="1986"/>
                    <a:pt x="785" y="1986"/>
                  </a:cubicBezTo>
                  <a:cubicBezTo>
                    <a:pt x="576" y="1986"/>
                    <a:pt x="386" y="2026"/>
                    <a:pt x="247" y="2183"/>
                  </a:cubicBezTo>
                  <a:cubicBezTo>
                    <a:pt x="1" y="2484"/>
                    <a:pt x="165" y="2920"/>
                    <a:pt x="356" y="3262"/>
                  </a:cubicBezTo>
                  <a:cubicBezTo>
                    <a:pt x="547" y="3603"/>
                    <a:pt x="724" y="4026"/>
                    <a:pt x="492" y="4354"/>
                  </a:cubicBezTo>
                  <a:cubicBezTo>
                    <a:pt x="424" y="4449"/>
                    <a:pt x="301" y="4517"/>
                    <a:pt x="219" y="4627"/>
                  </a:cubicBezTo>
                  <a:cubicBezTo>
                    <a:pt x="28" y="4831"/>
                    <a:pt x="15" y="5173"/>
                    <a:pt x="165" y="5391"/>
                  </a:cubicBezTo>
                  <a:cubicBezTo>
                    <a:pt x="298" y="5609"/>
                    <a:pt x="529" y="5882"/>
                    <a:pt x="761" y="5882"/>
                  </a:cubicBezTo>
                  <a:cubicBezTo>
                    <a:pt x="790" y="5882"/>
                    <a:pt x="818" y="5878"/>
                    <a:pt x="847" y="5869"/>
                  </a:cubicBezTo>
                  <a:cubicBezTo>
                    <a:pt x="984" y="6278"/>
                    <a:pt x="1106" y="6688"/>
                    <a:pt x="1202" y="7097"/>
                  </a:cubicBezTo>
                  <a:cubicBezTo>
                    <a:pt x="1229" y="6783"/>
                    <a:pt x="1229" y="6455"/>
                    <a:pt x="1161" y="6142"/>
                  </a:cubicBezTo>
                  <a:cubicBezTo>
                    <a:pt x="1066" y="5718"/>
                    <a:pt x="588" y="5432"/>
                    <a:pt x="820" y="4927"/>
                  </a:cubicBezTo>
                  <a:cubicBezTo>
                    <a:pt x="888" y="4777"/>
                    <a:pt x="1093" y="4572"/>
                    <a:pt x="1093" y="4422"/>
                  </a:cubicBezTo>
                  <a:cubicBezTo>
                    <a:pt x="1093" y="4313"/>
                    <a:pt x="984" y="4163"/>
                    <a:pt x="929" y="4081"/>
                  </a:cubicBezTo>
                  <a:cubicBezTo>
                    <a:pt x="888" y="3971"/>
                    <a:pt x="820" y="3862"/>
                    <a:pt x="779" y="3753"/>
                  </a:cubicBezTo>
                  <a:cubicBezTo>
                    <a:pt x="588" y="3275"/>
                    <a:pt x="793" y="2770"/>
                    <a:pt x="1298" y="2579"/>
                  </a:cubicBezTo>
                  <a:cubicBezTo>
                    <a:pt x="1415" y="2532"/>
                    <a:pt x="1548" y="2524"/>
                    <a:pt x="1684" y="2524"/>
                  </a:cubicBezTo>
                  <a:cubicBezTo>
                    <a:pt x="1758" y="2524"/>
                    <a:pt x="1832" y="2527"/>
                    <a:pt x="1905" y="2527"/>
                  </a:cubicBezTo>
                  <a:cubicBezTo>
                    <a:pt x="2091" y="2527"/>
                    <a:pt x="2268" y="2511"/>
                    <a:pt x="2403" y="2402"/>
                  </a:cubicBezTo>
                  <a:cubicBezTo>
                    <a:pt x="2608" y="2252"/>
                    <a:pt x="2744" y="2020"/>
                    <a:pt x="2881" y="1788"/>
                  </a:cubicBezTo>
                  <a:cubicBezTo>
                    <a:pt x="3151" y="1383"/>
                    <a:pt x="3474" y="832"/>
                    <a:pt x="4021" y="832"/>
                  </a:cubicBezTo>
                  <a:cubicBezTo>
                    <a:pt x="4028" y="832"/>
                    <a:pt x="4034" y="832"/>
                    <a:pt x="4041" y="832"/>
                  </a:cubicBezTo>
                  <a:cubicBezTo>
                    <a:pt x="4382" y="859"/>
                    <a:pt x="4655" y="1064"/>
                    <a:pt x="4887" y="1283"/>
                  </a:cubicBezTo>
                  <a:cubicBezTo>
                    <a:pt x="4996" y="1378"/>
                    <a:pt x="5119" y="1501"/>
                    <a:pt x="5256" y="1542"/>
                  </a:cubicBezTo>
                  <a:cubicBezTo>
                    <a:pt x="5268" y="1543"/>
                    <a:pt x="5280" y="1544"/>
                    <a:pt x="5293" y="1544"/>
                  </a:cubicBezTo>
                  <a:cubicBezTo>
                    <a:pt x="5400" y="1544"/>
                    <a:pt x="5541" y="1498"/>
                    <a:pt x="5638" y="1474"/>
                  </a:cubicBezTo>
                  <a:cubicBezTo>
                    <a:pt x="5812" y="1437"/>
                    <a:pt x="6005" y="1390"/>
                    <a:pt x="6189" y="1390"/>
                  </a:cubicBezTo>
                  <a:cubicBezTo>
                    <a:pt x="6351" y="1390"/>
                    <a:pt x="6506" y="1427"/>
                    <a:pt x="6634" y="1542"/>
                  </a:cubicBezTo>
                  <a:cubicBezTo>
                    <a:pt x="6866" y="1760"/>
                    <a:pt x="6894" y="2115"/>
                    <a:pt x="6921" y="2429"/>
                  </a:cubicBezTo>
                  <a:cubicBezTo>
                    <a:pt x="6975" y="2839"/>
                    <a:pt x="7194" y="2975"/>
                    <a:pt x="7590" y="3071"/>
                  </a:cubicBezTo>
                  <a:cubicBezTo>
                    <a:pt x="7931" y="3152"/>
                    <a:pt x="8286" y="3289"/>
                    <a:pt x="8395" y="3671"/>
                  </a:cubicBezTo>
                  <a:cubicBezTo>
                    <a:pt x="8463" y="3903"/>
                    <a:pt x="8409" y="4163"/>
                    <a:pt x="8340" y="4395"/>
                  </a:cubicBezTo>
                  <a:cubicBezTo>
                    <a:pt x="8286" y="4572"/>
                    <a:pt x="8231" y="4763"/>
                    <a:pt x="8327" y="4940"/>
                  </a:cubicBezTo>
                  <a:cubicBezTo>
                    <a:pt x="8463" y="5227"/>
                    <a:pt x="8709" y="5486"/>
                    <a:pt x="8641" y="5841"/>
                  </a:cubicBezTo>
                  <a:cubicBezTo>
                    <a:pt x="8600" y="6114"/>
                    <a:pt x="8368" y="6251"/>
                    <a:pt x="8204" y="6455"/>
                  </a:cubicBezTo>
                  <a:cubicBezTo>
                    <a:pt x="7999" y="6728"/>
                    <a:pt x="8231" y="7097"/>
                    <a:pt x="8149" y="7425"/>
                  </a:cubicBezTo>
                  <a:cubicBezTo>
                    <a:pt x="8095" y="7629"/>
                    <a:pt x="7958" y="7779"/>
                    <a:pt x="7849" y="7943"/>
                  </a:cubicBezTo>
                  <a:cubicBezTo>
                    <a:pt x="7931" y="7984"/>
                    <a:pt x="8013" y="8039"/>
                    <a:pt x="8095" y="8080"/>
                  </a:cubicBezTo>
                  <a:cubicBezTo>
                    <a:pt x="8143" y="8091"/>
                    <a:pt x="8193" y="8097"/>
                    <a:pt x="8242" y="8097"/>
                  </a:cubicBezTo>
                  <a:cubicBezTo>
                    <a:pt x="8374" y="8097"/>
                    <a:pt x="8499" y="8053"/>
                    <a:pt x="8559" y="7943"/>
                  </a:cubicBezTo>
                  <a:cubicBezTo>
                    <a:pt x="8709" y="7643"/>
                    <a:pt x="8299" y="7274"/>
                    <a:pt x="8463" y="6988"/>
                  </a:cubicBezTo>
                  <a:cubicBezTo>
                    <a:pt x="8572" y="6742"/>
                    <a:pt x="8968" y="6797"/>
                    <a:pt x="9159" y="6606"/>
                  </a:cubicBezTo>
                  <a:cubicBezTo>
                    <a:pt x="9350" y="6415"/>
                    <a:pt x="9241" y="6073"/>
                    <a:pt x="9091" y="5855"/>
                  </a:cubicBezTo>
                  <a:cubicBezTo>
                    <a:pt x="8914" y="5664"/>
                    <a:pt x="8695" y="5459"/>
                    <a:pt x="8668" y="5186"/>
                  </a:cubicBezTo>
                  <a:cubicBezTo>
                    <a:pt x="8613" y="4681"/>
                    <a:pt x="9282" y="4299"/>
                    <a:pt x="9255" y="3794"/>
                  </a:cubicBezTo>
                  <a:cubicBezTo>
                    <a:pt x="9241" y="3344"/>
                    <a:pt x="8763" y="3112"/>
                    <a:pt x="8368" y="2934"/>
                  </a:cubicBezTo>
                  <a:cubicBezTo>
                    <a:pt x="7958" y="2784"/>
                    <a:pt x="7508" y="2511"/>
                    <a:pt x="7508" y="2088"/>
                  </a:cubicBezTo>
                  <a:cubicBezTo>
                    <a:pt x="7508" y="1815"/>
                    <a:pt x="7712" y="1542"/>
                    <a:pt x="7658" y="1269"/>
                  </a:cubicBezTo>
                  <a:cubicBezTo>
                    <a:pt x="7596" y="951"/>
                    <a:pt x="7249" y="818"/>
                    <a:pt x="6895" y="818"/>
                  </a:cubicBezTo>
                  <a:cubicBezTo>
                    <a:pt x="6778" y="818"/>
                    <a:pt x="6661" y="832"/>
                    <a:pt x="6552" y="859"/>
                  </a:cubicBezTo>
                  <a:cubicBezTo>
                    <a:pt x="6303" y="914"/>
                    <a:pt x="6031" y="991"/>
                    <a:pt x="5783" y="991"/>
                  </a:cubicBezTo>
                  <a:cubicBezTo>
                    <a:pt x="5597" y="991"/>
                    <a:pt x="5424" y="947"/>
                    <a:pt x="5283" y="819"/>
                  </a:cubicBezTo>
                  <a:cubicBezTo>
                    <a:pt x="5119" y="668"/>
                    <a:pt x="5051" y="450"/>
                    <a:pt x="4914" y="273"/>
                  </a:cubicBezTo>
                  <a:cubicBezTo>
                    <a:pt x="4745" y="87"/>
                    <a:pt x="4498" y="0"/>
                    <a:pt x="4243" y="0"/>
                  </a:cubicBezTo>
                  <a:close/>
                </a:path>
              </a:pathLst>
            </a:custGeom>
            <a:solidFill>
              <a:srgbClr val="6671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3"/>
            <p:cNvSpPr/>
            <p:nvPr/>
          </p:nvSpPr>
          <p:spPr>
            <a:xfrm flipH="1">
              <a:off x="7738272" y="2013860"/>
              <a:ext cx="445148" cy="422669"/>
            </a:xfrm>
            <a:custGeom>
              <a:avLst/>
              <a:gdLst/>
              <a:ahLst/>
              <a:cxnLst/>
              <a:rect l="l" t="t" r="r" b="b"/>
              <a:pathLst>
                <a:path w="13172" h="10972" extrusionOk="0">
                  <a:moveTo>
                    <a:pt x="0" y="1"/>
                  </a:moveTo>
                  <a:cubicBezTo>
                    <a:pt x="28" y="69"/>
                    <a:pt x="82" y="110"/>
                    <a:pt x="123" y="178"/>
                  </a:cubicBezTo>
                  <a:cubicBezTo>
                    <a:pt x="901" y="1311"/>
                    <a:pt x="1925" y="2198"/>
                    <a:pt x="2948" y="3071"/>
                  </a:cubicBezTo>
                  <a:cubicBezTo>
                    <a:pt x="5610" y="5351"/>
                    <a:pt x="8271" y="7644"/>
                    <a:pt x="10933" y="9937"/>
                  </a:cubicBezTo>
                  <a:cubicBezTo>
                    <a:pt x="11411" y="10346"/>
                    <a:pt x="11902" y="10783"/>
                    <a:pt x="12503" y="10920"/>
                  </a:cubicBezTo>
                  <a:cubicBezTo>
                    <a:pt x="12660" y="10949"/>
                    <a:pt x="12824" y="10971"/>
                    <a:pt x="12986" y="10971"/>
                  </a:cubicBezTo>
                  <a:cubicBezTo>
                    <a:pt x="13048" y="10971"/>
                    <a:pt x="13110" y="10968"/>
                    <a:pt x="13171" y="10960"/>
                  </a:cubicBezTo>
                  <a:lnTo>
                    <a:pt x="13171" y="3795"/>
                  </a:lnTo>
                  <a:cubicBezTo>
                    <a:pt x="11670" y="2607"/>
                    <a:pt x="10046" y="1338"/>
                    <a:pt x="8531" y="1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3"/>
            <p:cNvSpPr/>
            <p:nvPr/>
          </p:nvSpPr>
          <p:spPr>
            <a:xfrm flipH="1">
              <a:off x="7932354" y="1787540"/>
              <a:ext cx="678843" cy="1136221"/>
            </a:xfrm>
            <a:custGeom>
              <a:avLst/>
              <a:gdLst/>
              <a:ahLst/>
              <a:cxnLst/>
              <a:rect l="l" t="t" r="r" b="b"/>
              <a:pathLst>
                <a:path w="17622" h="29495" extrusionOk="0">
                  <a:moveTo>
                    <a:pt x="9025" y="0"/>
                  </a:moveTo>
                  <a:cubicBezTo>
                    <a:pt x="8669" y="0"/>
                    <a:pt x="8313" y="12"/>
                    <a:pt x="7958" y="34"/>
                  </a:cubicBezTo>
                  <a:cubicBezTo>
                    <a:pt x="5938" y="157"/>
                    <a:pt x="3959" y="607"/>
                    <a:pt x="2034" y="1249"/>
                  </a:cubicBezTo>
                  <a:cubicBezTo>
                    <a:pt x="765" y="1658"/>
                    <a:pt x="1" y="2914"/>
                    <a:pt x="205" y="4238"/>
                  </a:cubicBezTo>
                  <a:cubicBezTo>
                    <a:pt x="1407" y="11717"/>
                    <a:pt x="1884" y="19415"/>
                    <a:pt x="1584" y="26977"/>
                  </a:cubicBezTo>
                  <a:cubicBezTo>
                    <a:pt x="1570" y="27468"/>
                    <a:pt x="1516" y="28164"/>
                    <a:pt x="1993" y="28328"/>
                  </a:cubicBezTo>
                  <a:cubicBezTo>
                    <a:pt x="4463" y="29091"/>
                    <a:pt x="7533" y="29494"/>
                    <a:pt x="10477" y="29494"/>
                  </a:cubicBezTo>
                  <a:cubicBezTo>
                    <a:pt x="12691" y="29494"/>
                    <a:pt x="14834" y="29266"/>
                    <a:pt x="16598" y="28792"/>
                  </a:cubicBezTo>
                  <a:cubicBezTo>
                    <a:pt x="17621" y="28519"/>
                    <a:pt x="16830" y="27591"/>
                    <a:pt x="16830" y="26526"/>
                  </a:cubicBezTo>
                  <a:cubicBezTo>
                    <a:pt x="16830" y="18978"/>
                    <a:pt x="16488" y="10816"/>
                    <a:pt x="16093" y="3337"/>
                  </a:cubicBezTo>
                  <a:cubicBezTo>
                    <a:pt x="16038" y="2313"/>
                    <a:pt x="15397" y="1412"/>
                    <a:pt x="14441" y="1017"/>
                  </a:cubicBezTo>
                  <a:cubicBezTo>
                    <a:pt x="12736" y="307"/>
                    <a:pt x="10877" y="0"/>
                    <a:pt x="9025" y="0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3"/>
            <p:cNvSpPr/>
            <p:nvPr/>
          </p:nvSpPr>
          <p:spPr>
            <a:xfrm flipH="1">
              <a:off x="7954427" y="2014402"/>
              <a:ext cx="639936" cy="846532"/>
            </a:xfrm>
            <a:custGeom>
              <a:avLst/>
              <a:gdLst/>
              <a:ahLst/>
              <a:cxnLst/>
              <a:rect l="l" t="t" r="r" b="b"/>
              <a:pathLst>
                <a:path w="16612" h="21975" extrusionOk="0">
                  <a:moveTo>
                    <a:pt x="0" y="0"/>
                  </a:moveTo>
                  <a:cubicBezTo>
                    <a:pt x="1010" y="6961"/>
                    <a:pt x="1406" y="14086"/>
                    <a:pt x="1133" y="21088"/>
                  </a:cubicBezTo>
                  <a:cubicBezTo>
                    <a:pt x="1120" y="21361"/>
                    <a:pt x="1092" y="21702"/>
                    <a:pt x="1161" y="21975"/>
                  </a:cubicBezTo>
                  <a:lnTo>
                    <a:pt x="16611" y="21975"/>
                  </a:lnTo>
                  <a:cubicBezTo>
                    <a:pt x="16543" y="21579"/>
                    <a:pt x="16365" y="21115"/>
                    <a:pt x="16365" y="20637"/>
                  </a:cubicBezTo>
                  <a:cubicBezTo>
                    <a:pt x="16393" y="13936"/>
                    <a:pt x="16120" y="6756"/>
                    <a:pt x="15778" y="0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3"/>
            <p:cNvSpPr/>
            <p:nvPr/>
          </p:nvSpPr>
          <p:spPr>
            <a:xfrm flipH="1">
              <a:off x="8086096" y="2597139"/>
              <a:ext cx="419780" cy="255173"/>
            </a:xfrm>
            <a:custGeom>
              <a:avLst/>
              <a:gdLst/>
              <a:ahLst/>
              <a:cxnLst/>
              <a:rect l="l" t="t" r="r" b="b"/>
              <a:pathLst>
                <a:path w="10897" h="6624" extrusionOk="0">
                  <a:moveTo>
                    <a:pt x="142" y="0"/>
                  </a:moveTo>
                  <a:cubicBezTo>
                    <a:pt x="76" y="0"/>
                    <a:pt x="0" y="67"/>
                    <a:pt x="37" y="160"/>
                  </a:cubicBezTo>
                  <a:cubicBezTo>
                    <a:pt x="679" y="1688"/>
                    <a:pt x="1689" y="3081"/>
                    <a:pt x="2972" y="4145"/>
                  </a:cubicBezTo>
                  <a:cubicBezTo>
                    <a:pt x="4309" y="5292"/>
                    <a:pt x="5947" y="6083"/>
                    <a:pt x="7694" y="6425"/>
                  </a:cubicBezTo>
                  <a:cubicBezTo>
                    <a:pt x="8362" y="6560"/>
                    <a:pt x="9036" y="6624"/>
                    <a:pt x="9713" y="6624"/>
                  </a:cubicBezTo>
                  <a:cubicBezTo>
                    <a:pt x="10059" y="6624"/>
                    <a:pt x="10405" y="6607"/>
                    <a:pt x="10752" y="6575"/>
                  </a:cubicBezTo>
                  <a:cubicBezTo>
                    <a:pt x="10897" y="6562"/>
                    <a:pt x="10851" y="6369"/>
                    <a:pt x="10724" y="6369"/>
                  </a:cubicBezTo>
                  <a:cubicBezTo>
                    <a:pt x="10719" y="6369"/>
                    <a:pt x="10715" y="6370"/>
                    <a:pt x="10711" y="6370"/>
                  </a:cubicBezTo>
                  <a:cubicBezTo>
                    <a:pt x="10394" y="6399"/>
                    <a:pt x="10077" y="6413"/>
                    <a:pt x="9759" y="6413"/>
                  </a:cubicBezTo>
                  <a:cubicBezTo>
                    <a:pt x="8282" y="6413"/>
                    <a:pt x="6804" y="6101"/>
                    <a:pt x="5456" y="5483"/>
                  </a:cubicBezTo>
                  <a:cubicBezTo>
                    <a:pt x="3941" y="4800"/>
                    <a:pt x="2631" y="3722"/>
                    <a:pt x="1607" y="2426"/>
                  </a:cubicBezTo>
                  <a:cubicBezTo>
                    <a:pt x="1034" y="1716"/>
                    <a:pt x="583" y="910"/>
                    <a:pt x="215" y="51"/>
                  </a:cubicBezTo>
                  <a:cubicBezTo>
                    <a:pt x="202" y="15"/>
                    <a:pt x="173" y="0"/>
                    <a:pt x="142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3"/>
            <p:cNvSpPr/>
            <p:nvPr/>
          </p:nvSpPr>
          <p:spPr>
            <a:xfrm flipH="1">
              <a:off x="8214798" y="1833074"/>
              <a:ext cx="173197" cy="53508"/>
            </a:xfrm>
            <a:custGeom>
              <a:avLst/>
              <a:gdLst/>
              <a:ahLst/>
              <a:cxnLst/>
              <a:rect l="l" t="t" r="r" b="b"/>
              <a:pathLst>
                <a:path w="4496" h="1389" extrusionOk="0">
                  <a:moveTo>
                    <a:pt x="159" y="0"/>
                  </a:moveTo>
                  <a:cubicBezTo>
                    <a:pt x="77" y="0"/>
                    <a:pt x="1" y="98"/>
                    <a:pt x="76" y="162"/>
                  </a:cubicBezTo>
                  <a:cubicBezTo>
                    <a:pt x="916" y="952"/>
                    <a:pt x="2057" y="1389"/>
                    <a:pt x="3198" y="1389"/>
                  </a:cubicBezTo>
                  <a:cubicBezTo>
                    <a:pt x="3594" y="1389"/>
                    <a:pt x="3991" y="1336"/>
                    <a:pt x="4375" y="1227"/>
                  </a:cubicBezTo>
                  <a:cubicBezTo>
                    <a:pt x="4496" y="1178"/>
                    <a:pt x="4488" y="1013"/>
                    <a:pt x="4391" y="1013"/>
                  </a:cubicBezTo>
                  <a:cubicBezTo>
                    <a:pt x="4378" y="1013"/>
                    <a:pt x="4364" y="1016"/>
                    <a:pt x="4348" y="1022"/>
                  </a:cubicBezTo>
                  <a:cubicBezTo>
                    <a:pt x="3975" y="1129"/>
                    <a:pt x="3590" y="1181"/>
                    <a:pt x="3204" y="1181"/>
                  </a:cubicBezTo>
                  <a:cubicBezTo>
                    <a:pt x="2119" y="1181"/>
                    <a:pt x="1031" y="771"/>
                    <a:pt x="226" y="26"/>
                  </a:cubicBezTo>
                  <a:cubicBezTo>
                    <a:pt x="205" y="8"/>
                    <a:pt x="182" y="0"/>
                    <a:pt x="159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3"/>
            <p:cNvSpPr/>
            <p:nvPr/>
          </p:nvSpPr>
          <p:spPr>
            <a:xfrm flipH="1">
              <a:off x="8213642" y="1604286"/>
              <a:ext cx="149891" cy="254403"/>
            </a:xfrm>
            <a:custGeom>
              <a:avLst/>
              <a:gdLst/>
              <a:ahLst/>
              <a:cxnLst/>
              <a:rect l="l" t="t" r="r" b="b"/>
              <a:pathLst>
                <a:path w="3891" h="6604" extrusionOk="0">
                  <a:moveTo>
                    <a:pt x="164" y="0"/>
                  </a:moveTo>
                  <a:lnTo>
                    <a:pt x="164" y="0"/>
                  </a:lnTo>
                  <a:cubicBezTo>
                    <a:pt x="301" y="1679"/>
                    <a:pt x="246" y="3371"/>
                    <a:pt x="41" y="5050"/>
                  </a:cubicBezTo>
                  <a:cubicBezTo>
                    <a:pt x="0" y="5391"/>
                    <a:pt x="137" y="5733"/>
                    <a:pt x="410" y="5924"/>
                  </a:cubicBezTo>
                  <a:cubicBezTo>
                    <a:pt x="1042" y="6367"/>
                    <a:pt x="1809" y="6603"/>
                    <a:pt x="2572" y="6603"/>
                  </a:cubicBezTo>
                  <a:cubicBezTo>
                    <a:pt x="2748" y="6603"/>
                    <a:pt x="2924" y="6591"/>
                    <a:pt x="3099" y="6565"/>
                  </a:cubicBezTo>
                  <a:cubicBezTo>
                    <a:pt x="3576" y="6497"/>
                    <a:pt x="3890" y="6047"/>
                    <a:pt x="3863" y="5596"/>
                  </a:cubicBezTo>
                  <a:cubicBezTo>
                    <a:pt x="3781" y="4504"/>
                    <a:pt x="3740" y="3481"/>
                    <a:pt x="3781" y="2348"/>
                  </a:cubicBezTo>
                  <a:cubicBezTo>
                    <a:pt x="2853" y="1160"/>
                    <a:pt x="1570" y="437"/>
                    <a:pt x="164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3"/>
            <p:cNvSpPr/>
            <p:nvPr/>
          </p:nvSpPr>
          <p:spPr>
            <a:xfrm flipH="1">
              <a:off x="8214181" y="1604286"/>
              <a:ext cx="143034" cy="242923"/>
            </a:xfrm>
            <a:custGeom>
              <a:avLst/>
              <a:gdLst/>
              <a:ahLst/>
              <a:cxnLst/>
              <a:rect l="l" t="t" r="r" b="b"/>
              <a:pathLst>
                <a:path w="3713" h="6306" extrusionOk="0">
                  <a:moveTo>
                    <a:pt x="0" y="0"/>
                  </a:moveTo>
                  <a:lnTo>
                    <a:pt x="0" y="0"/>
                  </a:lnTo>
                  <a:cubicBezTo>
                    <a:pt x="41" y="710"/>
                    <a:pt x="82" y="1433"/>
                    <a:pt x="68" y="2143"/>
                  </a:cubicBezTo>
                  <a:cubicBezTo>
                    <a:pt x="710" y="3904"/>
                    <a:pt x="1870" y="5582"/>
                    <a:pt x="3426" y="6306"/>
                  </a:cubicBezTo>
                  <a:cubicBezTo>
                    <a:pt x="3617" y="6115"/>
                    <a:pt x="3713" y="5869"/>
                    <a:pt x="3699" y="5582"/>
                  </a:cubicBezTo>
                  <a:cubicBezTo>
                    <a:pt x="3617" y="4491"/>
                    <a:pt x="3590" y="3467"/>
                    <a:pt x="3617" y="2334"/>
                  </a:cubicBezTo>
                  <a:cubicBezTo>
                    <a:pt x="2689" y="1174"/>
                    <a:pt x="1406" y="464"/>
                    <a:pt x="0" y="0"/>
                  </a:cubicBezTo>
                  <a:close/>
                </a:path>
              </a:pathLst>
            </a:custGeom>
            <a:solidFill>
              <a:srgbClr val="FF9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3"/>
            <p:cNvSpPr/>
            <p:nvPr/>
          </p:nvSpPr>
          <p:spPr>
            <a:xfrm flipH="1">
              <a:off x="8116566" y="1436788"/>
              <a:ext cx="288495" cy="314344"/>
            </a:xfrm>
            <a:custGeom>
              <a:avLst/>
              <a:gdLst/>
              <a:ahLst/>
              <a:cxnLst/>
              <a:rect l="l" t="t" r="r" b="b"/>
              <a:pathLst>
                <a:path w="7489" h="8160" extrusionOk="0">
                  <a:moveTo>
                    <a:pt x="4582" y="0"/>
                  </a:moveTo>
                  <a:cubicBezTo>
                    <a:pt x="3857" y="0"/>
                    <a:pt x="3129" y="113"/>
                    <a:pt x="2484" y="335"/>
                  </a:cubicBezTo>
                  <a:cubicBezTo>
                    <a:pt x="2225" y="417"/>
                    <a:pt x="2034" y="622"/>
                    <a:pt x="1938" y="881"/>
                  </a:cubicBezTo>
                  <a:cubicBezTo>
                    <a:pt x="1624" y="1687"/>
                    <a:pt x="1351" y="2492"/>
                    <a:pt x="1365" y="3338"/>
                  </a:cubicBezTo>
                  <a:cubicBezTo>
                    <a:pt x="1248" y="3098"/>
                    <a:pt x="1049" y="2991"/>
                    <a:pt x="842" y="2991"/>
                  </a:cubicBezTo>
                  <a:cubicBezTo>
                    <a:pt x="613" y="2991"/>
                    <a:pt x="375" y="3122"/>
                    <a:pt x="232" y="3352"/>
                  </a:cubicBezTo>
                  <a:cubicBezTo>
                    <a:pt x="0" y="3720"/>
                    <a:pt x="232" y="4212"/>
                    <a:pt x="437" y="4539"/>
                  </a:cubicBezTo>
                  <a:cubicBezTo>
                    <a:pt x="560" y="4689"/>
                    <a:pt x="805" y="4921"/>
                    <a:pt x="1010" y="4935"/>
                  </a:cubicBezTo>
                  <a:cubicBezTo>
                    <a:pt x="1215" y="4935"/>
                    <a:pt x="1406" y="4839"/>
                    <a:pt x="1406" y="4812"/>
                  </a:cubicBezTo>
                  <a:cubicBezTo>
                    <a:pt x="1884" y="6518"/>
                    <a:pt x="3480" y="7897"/>
                    <a:pt x="5241" y="8156"/>
                  </a:cubicBezTo>
                  <a:cubicBezTo>
                    <a:pt x="5263" y="8159"/>
                    <a:pt x="5284" y="8160"/>
                    <a:pt x="5306" y="8160"/>
                  </a:cubicBezTo>
                  <a:cubicBezTo>
                    <a:pt x="6556" y="8160"/>
                    <a:pt x="7488" y="3913"/>
                    <a:pt x="7193" y="1605"/>
                  </a:cubicBezTo>
                  <a:cubicBezTo>
                    <a:pt x="7152" y="1373"/>
                    <a:pt x="7084" y="1059"/>
                    <a:pt x="7002" y="799"/>
                  </a:cubicBezTo>
                  <a:cubicBezTo>
                    <a:pt x="6920" y="554"/>
                    <a:pt x="6729" y="376"/>
                    <a:pt x="6483" y="281"/>
                  </a:cubicBezTo>
                  <a:cubicBezTo>
                    <a:pt x="5893" y="93"/>
                    <a:pt x="5239" y="0"/>
                    <a:pt x="4582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3"/>
            <p:cNvSpPr/>
            <p:nvPr/>
          </p:nvSpPr>
          <p:spPr>
            <a:xfrm flipH="1">
              <a:off x="8222078" y="1494380"/>
              <a:ext cx="78355" cy="28622"/>
            </a:xfrm>
            <a:custGeom>
              <a:avLst/>
              <a:gdLst/>
              <a:ahLst/>
              <a:cxnLst/>
              <a:rect l="l" t="t" r="r" b="b"/>
              <a:pathLst>
                <a:path w="2034" h="743" extrusionOk="0">
                  <a:moveTo>
                    <a:pt x="1344" y="1"/>
                  </a:moveTo>
                  <a:cubicBezTo>
                    <a:pt x="910" y="1"/>
                    <a:pt x="405" y="199"/>
                    <a:pt x="164" y="396"/>
                  </a:cubicBezTo>
                  <a:cubicBezTo>
                    <a:pt x="96" y="437"/>
                    <a:pt x="0" y="533"/>
                    <a:pt x="0" y="615"/>
                  </a:cubicBezTo>
                  <a:cubicBezTo>
                    <a:pt x="0" y="669"/>
                    <a:pt x="41" y="710"/>
                    <a:pt x="96" y="738"/>
                  </a:cubicBezTo>
                  <a:cubicBezTo>
                    <a:pt x="109" y="741"/>
                    <a:pt x="122" y="742"/>
                    <a:pt x="135" y="742"/>
                  </a:cubicBezTo>
                  <a:cubicBezTo>
                    <a:pt x="231" y="742"/>
                    <a:pt x="326" y="663"/>
                    <a:pt x="410" y="615"/>
                  </a:cubicBezTo>
                  <a:cubicBezTo>
                    <a:pt x="546" y="546"/>
                    <a:pt x="683" y="492"/>
                    <a:pt x="819" y="465"/>
                  </a:cubicBezTo>
                  <a:cubicBezTo>
                    <a:pt x="952" y="434"/>
                    <a:pt x="1093" y="418"/>
                    <a:pt x="1230" y="418"/>
                  </a:cubicBezTo>
                  <a:cubicBezTo>
                    <a:pt x="1275" y="418"/>
                    <a:pt x="1321" y="420"/>
                    <a:pt x="1365" y="424"/>
                  </a:cubicBezTo>
                  <a:cubicBezTo>
                    <a:pt x="1512" y="435"/>
                    <a:pt x="1649" y="502"/>
                    <a:pt x="1792" y="502"/>
                  </a:cubicBezTo>
                  <a:cubicBezTo>
                    <a:pt x="1822" y="502"/>
                    <a:pt x="1853" y="499"/>
                    <a:pt x="1884" y="492"/>
                  </a:cubicBezTo>
                  <a:cubicBezTo>
                    <a:pt x="2034" y="492"/>
                    <a:pt x="2034" y="328"/>
                    <a:pt x="1966" y="246"/>
                  </a:cubicBezTo>
                  <a:cubicBezTo>
                    <a:pt x="1829" y="69"/>
                    <a:pt x="1599" y="1"/>
                    <a:pt x="1344" y="1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3"/>
            <p:cNvSpPr/>
            <p:nvPr/>
          </p:nvSpPr>
          <p:spPr>
            <a:xfrm flipH="1">
              <a:off x="8245191" y="1531169"/>
              <a:ext cx="18452" cy="17913"/>
            </a:xfrm>
            <a:custGeom>
              <a:avLst/>
              <a:gdLst/>
              <a:ahLst/>
              <a:cxnLst/>
              <a:rect l="l" t="t" r="r" b="b"/>
              <a:pathLst>
                <a:path w="479" h="465" extrusionOk="0">
                  <a:moveTo>
                    <a:pt x="178" y="1"/>
                  </a:moveTo>
                  <a:lnTo>
                    <a:pt x="69" y="55"/>
                  </a:lnTo>
                  <a:cubicBezTo>
                    <a:pt x="55" y="69"/>
                    <a:pt x="55" y="83"/>
                    <a:pt x="41" y="96"/>
                  </a:cubicBezTo>
                  <a:cubicBezTo>
                    <a:pt x="28" y="137"/>
                    <a:pt x="1" y="165"/>
                    <a:pt x="1" y="219"/>
                  </a:cubicBezTo>
                  <a:lnTo>
                    <a:pt x="1" y="247"/>
                  </a:lnTo>
                  <a:cubicBezTo>
                    <a:pt x="1" y="274"/>
                    <a:pt x="1" y="315"/>
                    <a:pt x="28" y="328"/>
                  </a:cubicBezTo>
                  <a:cubicBezTo>
                    <a:pt x="41" y="356"/>
                    <a:pt x="41" y="383"/>
                    <a:pt x="69" y="397"/>
                  </a:cubicBezTo>
                  <a:cubicBezTo>
                    <a:pt x="96" y="410"/>
                    <a:pt x="123" y="424"/>
                    <a:pt x="137" y="438"/>
                  </a:cubicBezTo>
                  <a:cubicBezTo>
                    <a:pt x="178" y="465"/>
                    <a:pt x="192" y="465"/>
                    <a:pt x="233" y="465"/>
                  </a:cubicBezTo>
                  <a:lnTo>
                    <a:pt x="301" y="465"/>
                  </a:lnTo>
                  <a:lnTo>
                    <a:pt x="396" y="410"/>
                  </a:lnTo>
                  <a:cubicBezTo>
                    <a:pt x="410" y="397"/>
                    <a:pt x="410" y="383"/>
                    <a:pt x="437" y="356"/>
                  </a:cubicBezTo>
                  <a:cubicBezTo>
                    <a:pt x="451" y="328"/>
                    <a:pt x="465" y="288"/>
                    <a:pt x="465" y="247"/>
                  </a:cubicBezTo>
                  <a:lnTo>
                    <a:pt x="465" y="219"/>
                  </a:lnTo>
                  <a:cubicBezTo>
                    <a:pt x="478" y="192"/>
                    <a:pt x="465" y="151"/>
                    <a:pt x="451" y="137"/>
                  </a:cubicBezTo>
                  <a:cubicBezTo>
                    <a:pt x="437" y="96"/>
                    <a:pt x="437" y="83"/>
                    <a:pt x="396" y="69"/>
                  </a:cubicBezTo>
                  <a:cubicBezTo>
                    <a:pt x="383" y="55"/>
                    <a:pt x="342" y="42"/>
                    <a:pt x="328" y="15"/>
                  </a:cubicBezTo>
                  <a:cubicBezTo>
                    <a:pt x="301" y="1"/>
                    <a:pt x="274" y="1"/>
                    <a:pt x="246" y="1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3"/>
            <p:cNvSpPr/>
            <p:nvPr/>
          </p:nvSpPr>
          <p:spPr>
            <a:xfrm flipH="1">
              <a:off x="8147920" y="1536447"/>
              <a:ext cx="17412" cy="17913"/>
            </a:xfrm>
            <a:custGeom>
              <a:avLst/>
              <a:gdLst/>
              <a:ahLst/>
              <a:cxnLst/>
              <a:rect l="l" t="t" r="r" b="b"/>
              <a:pathLst>
                <a:path w="452" h="465" extrusionOk="0">
                  <a:moveTo>
                    <a:pt x="165" y="0"/>
                  </a:moveTo>
                  <a:lnTo>
                    <a:pt x="55" y="55"/>
                  </a:lnTo>
                  <a:cubicBezTo>
                    <a:pt x="42" y="69"/>
                    <a:pt x="42" y="82"/>
                    <a:pt x="28" y="96"/>
                  </a:cubicBezTo>
                  <a:cubicBezTo>
                    <a:pt x="15" y="137"/>
                    <a:pt x="1" y="164"/>
                    <a:pt x="1" y="219"/>
                  </a:cubicBezTo>
                  <a:lnTo>
                    <a:pt x="1" y="246"/>
                  </a:lnTo>
                  <a:cubicBezTo>
                    <a:pt x="1" y="273"/>
                    <a:pt x="1" y="301"/>
                    <a:pt x="15" y="328"/>
                  </a:cubicBezTo>
                  <a:cubicBezTo>
                    <a:pt x="28" y="355"/>
                    <a:pt x="28" y="369"/>
                    <a:pt x="69" y="396"/>
                  </a:cubicBezTo>
                  <a:cubicBezTo>
                    <a:pt x="83" y="410"/>
                    <a:pt x="110" y="424"/>
                    <a:pt x="137" y="437"/>
                  </a:cubicBezTo>
                  <a:cubicBezTo>
                    <a:pt x="165" y="464"/>
                    <a:pt x="178" y="464"/>
                    <a:pt x="219" y="464"/>
                  </a:cubicBezTo>
                  <a:lnTo>
                    <a:pt x="287" y="464"/>
                  </a:lnTo>
                  <a:lnTo>
                    <a:pt x="383" y="410"/>
                  </a:lnTo>
                  <a:cubicBezTo>
                    <a:pt x="410" y="396"/>
                    <a:pt x="410" y="369"/>
                    <a:pt x="424" y="355"/>
                  </a:cubicBezTo>
                  <a:cubicBezTo>
                    <a:pt x="438" y="328"/>
                    <a:pt x="451" y="287"/>
                    <a:pt x="451" y="246"/>
                  </a:cubicBezTo>
                  <a:lnTo>
                    <a:pt x="451" y="219"/>
                  </a:lnTo>
                  <a:cubicBezTo>
                    <a:pt x="451" y="191"/>
                    <a:pt x="438" y="178"/>
                    <a:pt x="438" y="137"/>
                  </a:cubicBezTo>
                  <a:cubicBezTo>
                    <a:pt x="424" y="96"/>
                    <a:pt x="424" y="82"/>
                    <a:pt x="383" y="69"/>
                  </a:cubicBezTo>
                  <a:cubicBezTo>
                    <a:pt x="369" y="55"/>
                    <a:pt x="328" y="28"/>
                    <a:pt x="315" y="14"/>
                  </a:cubicBezTo>
                  <a:cubicBezTo>
                    <a:pt x="287" y="0"/>
                    <a:pt x="260" y="0"/>
                    <a:pt x="233" y="0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3"/>
            <p:cNvSpPr/>
            <p:nvPr/>
          </p:nvSpPr>
          <p:spPr>
            <a:xfrm flipH="1">
              <a:off x="8128505" y="1503240"/>
              <a:ext cx="46805" cy="22613"/>
            </a:xfrm>
            <a:custGeom>
              <a:avLst/>
              <a:gdLst/>
              <a:ahLst/>
              <a:cxnLst/>
              <a:rect l="l" t="t" r="r" b="b"/>
              <a:pathLst>
                <a:path w="1215" h="587" extrusionOk="0">
                  <a:moveTo>
                    <a:pt x="391" y="1"/>
                  </a:moveTo>
                  <a:cubicBezTo>
                    <a:pt x="309" y="1"/>
                    <a:pt x="226" y="11"/>
                    <a:pt x="137" y="30"/>
                  </a:cubicBezTo>
                  <a:cubicBezTo>
                    <a:pt x="55" y="43"/>
                    <a:pt x="1" y="125"/>
                    <a:pt x="14" y="221"/>
                  </a:cubicBezTo>
                  <a:cubicBezTo>
                    <a:pt x="28" y="357"/>
                    <a:pt x="151" y="371"/>
                    <a:pt x="274" y="371"/>
                  </a:cubicBezTo>
                  <a:cubicBezTo>
                    <a:pt x="424" y="371"/>
                    <a:pt x="560" y="385"/>
                    <a:pt x="697" y="453"/>
                  </a:cubicBezTo>
                  <a:cubicBezTo>
                    <a:pt x="748" y="479"/>
                    <a:pt x="969" y="586"/>
                    <a:pt x="1097" y="586"/>
                  </a:cubicBezTo>
                  <a:cubicBezTo>
                    <a:pt x="1171" y="586"/>
                    <a:pt x="1215" y="550"/>
                    <a:pt x="1174" y="439"/>
                  </a:cubicBezTo>
                  <a:cubicBezTo>
                    <a:pt x="1174" y="385"/>
                    <a:pt x="1161" y="371"/>
                    <a:pt x="1147" y="357"/>
                  </a:cubicBezTo>
                  <a:cubicBezTo>
                    <a:pt x="1051" y="180"/>
                    <a:pt x="847" y="98"/>
                    <a:pt x="683" y="43"/>
                  </a:cubicBezTo>
                  <a:cubicBezTo>
                    <a:pt x="581" y="14"/>
                    <a:pt x="486" y="1"/>
                    <a:pt x="391" y="1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3"/>
            <p:cNvSpPr/>
            <p:nvPr/>
          </p:nvSpPr>
          <p:spPr>
            <a:xfrm flipH="1">
              <a:off x="8207361" y="1691541"/>
              <a:ext cx="42067" cy="13290"/>
            </a:xfrm>
            <a:custGeom>
              <a:avLst/>
              <a:gdLst/>
              <a:ahLst/>
              <a:cxnLst/>
              <a:rect l="l" t="t" r="r" b="b"/>
              <a:pathLst>
                <a:path w="1092" h="345" extrusionOk="0">
                  <a:moveTo>
                    <a:pt x="109" y="1"/>
                  </a:moveTo>
                  <a:cubicBezTo>
                    <a:pt x="27" y="1"/>
                    <a:pt x="0" y="83"/>
                    <a:pt x="41" y="151"/>
                  </a:cubicBezTo>
                  <a:cubicBezTo>
                    <a:pt x="96" y="219"/>
                    <a:pt x="177" y="246"/>
                    <a:pt x="273" y="274"/>
                  </a:cubicBezTo>
                  <a:cubicBezTo>
                    <a:pt x="341" y="287"/>
                    <a:pt x="423" y="328"/>
                    <a:pt x="491" y="328"/>
                  </a:cubicBezTo>
                  <a:cubicBezTo>
                    <a:pt x="573" y="342"/>
                    <a:pt x="642" y="342"/>
                    <a:pt x="723" y="342"/>
                  </a:cubicBezTo>
                  <a:cubicBezTo>
                    <a:pt x="762" y="342"/>
                    <a:pt x="800" y="344"/>
                    <a:pt x="836" y="344"/>
                  </a:cubicBezTo>
                  <a:cubicBezTo>
                    <a:pt x="891" y="344"/>
                    <a:pt x="942" y="339"/>
                    <a:pt x="983" y="315"/>
                  </a:cubicBezTo>
                  <a:cubicBezTo>
                    <a:pt x="1092" y="260"/>
                    <a:pt x="1065" y="124"/>
                    <a:pt x="969" y="110"/>
                  </a:cubicBezTo>
                  <a:cubicBezTo>
                    <a:pt x="946" y="101"/>
                    <a:pt x="922" y="98"/>
                    <a:pt x="897" y="98"/>
                  </a:cubicBezTo>
                  <a:cubicBezTo>
                    <a:pt x="848" y="98"/>
                    <a:pt x="796" y="110"/>
                    <a:pt x="751" y="110"/>
                  </a:cubicBezTo>
                  <a:cubicBezTo>
                    <a:pt x="682" y="110"/>
                    <a:pt x="614" y="110"/>
                    <a:pt x="546" y="83"/>
                  </a:cubicBezTo>
                  <a:cubicBezTo>
                    <a:pt x="478" y="69"/>
                    <a:pt x="410" y="69"/>
                    <a:pt x="341" y="55"/>
                  </a:cubicBezTo>
                  <a:cubicBezTo>
                    <a:pt x="273" y="28"/>
                    <a:pt x="205" y="1"/>
                    <a:pt x="109" y="1"/>
                  </a:cubicBezTo>
                  <a:close/>
                </a:path>
              </a:pathLst>
            </a:custGeom>
            <a:solidFill>
              <a:srgbClr val="FF9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3"/>
            <p:cNvSpPr/>
            <p:nvPr/>
          </p:nvSpPr>
          <p:spPr>
            <a:xfrm flipH="1">
              <a:off x="8354326" y="1565339"/>
              <a:ext cx="37097" cy="39486"/>
            </a:xfrm>
            <a:custGeom>
              <a:avLst/>
              <a:gdLst/>
              <a:ahLst/>
              <a:cxnLst/>
              <a:rect l="l" t="t" r="r" b="b"/>
              <a:pathLst>
                <a:path w="963" h="1025" extrusionOk="0">
                  <a:moveTo>
                    <a:pt x="337" y="1"/>
                  </a:moveTo>
                  <a:cubicBezTo>
                    <a:pt x="329" y="1"/>
                    <a:pt x="322" y="1"/>
                    <a:pt x="315" y="1"/>
                  </a:cubicBezTo>
                  <a:cubicBezTo>
                    <a:pt x="206" y="15"/>
                    <a:pt x="83" y="83"/>
                    <a:pt x="28" y="206"/>
                  </a:cubicBezTo>
                  <a:cubicBezTo>
                    <a:pt x="15" y="260"/>
                    <a:pt x="1" y="329"/>
                    <a:pt x="15" y="383"/>
                  </a:cubicBezTo>
                  <a:cubicBezTo>
                    <a:pt x="26" y="407"/>
                    <a:pt x="58" y="471"/>
                    <a:pt x="93" y="471"/>
                  </a:cubicBezTo>
                  <a:cubicBezTo>
                    <a:pt x="99" y="471"/>
                    <a:pt x="104" y="469"/>
                    <a:pt x="110" y="465"/>
                  </a:cubicBezTo>
                  <a:cubicBezTo>
                    <a:pt x="151" y="424"/>
                    <a:pt x="137" y="397"/>
                    <a:pt x="151" y="356"/>
                  </a:cubicBezTo>
                  <a:cubicBezTo>
                    <a:pt x="165" y="329"/>
                    <a:pt x="165" y="288"/>
                    <a:pt x="206" y="260"/>
                  </a:cubicBezTo>
                  <a:cubicBezTo>
                    <a:pt x="233" y="192"/>
                    <a:pt x="315" y="179"/>
                    <a:pt x="383" y="179"/>
                  </a:cubicBezTo>
                  <a:cubicBezTo>
                    <a:pt x="547" y="192"/>
                    <a:pt x="629" y="301"/>
                    <a:pt x="683" y="424"/>
                  </a:cubicBezTo>
                  <a:cubicBezTo>
                    <a:pt x="547" y="479"/>
                    <a:pt x="451" y="629"/>
                    <a:pt x="506" y="793"/>
                  </a:cubicBezTo>
                  <a:cubicBezTo>
                    <a:pt x="551" y="918"/>
                    <a:pt x="673" y="1024"/>
                    <a:pt x="815" y="1024"/>
                  </a:cubicBezTo>
                  <a:cubicBezTo>
                    <a:pt x="843" y="1024"/>
                    <a:pt x="872" y="1020"/>
                    <a:pt x="902" y="1011"/>
                  </a:cubicBezTo>
                  <a:cubicBezTo>
                    <a:pt x="962" y="999"/>
                    <a:pt x="937" y="868"/>
                    <a:pt x="863" y="868"/>
                  </a:cubicBezTo>
                  <a:cubicBezTo>
                    <a:pt x="854" y="868"/>
                    <a:pt x="844" y="870"/>
                    <a:pt x="833" y="875"/>
                  </a:cubicBezTo>
                  <a:cubicBezTo>
                    <a:pt x="823" y="877"/>
                    <a:pt x="811" y="878"/>
                    <a:pt x="799" y="878"/>
                  </a:cubicBezTo>
                  <a:cubicBezTo>
                    <a:pt x="733" y="878"/>
                    <a:pt x="654" y="846"/>
                    <a:pt x="642" y="765"/>
                  </a:cubicBezTo>
                  <a:cubicBezTo>
                    <a:pt x="642" y="724"/>
                    <a:pt x="656" y="684"/>
                    <a:pt x="683" y="643"/>
                  </a:cubicBezTo>
                  <a:cubicBezTo>
                    <a:pt x="711" y="615"/>
                    <a:pt x="752" y="602"/>
                    <a:pt x="779" y="602"/>
                  </a:cubicBezTo>
                  <a:cubicBezTo>
                    <a:pt x="833" y="602"/>
                    <a:pt x="888" y="547"/>
                    <a:pt x="861" y="479"/>
                  </a:cubicBezTo>
                  <a:cubicBezTo>
                    <a:pt x="794" y="240"/>
                    <a:pt x="599" y="1"/>
                    <a:pt x="337" y="1"/>
                  </a:cubicBezTo>
                  <a:close/>
                </a:path>
              </a:pathLst>
            </a:custGeom>
            <a:solidFill>
              <a:srgbClr val="FF9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3"/>
            <p:cNvSpPr/>
            <p:nvPr/>
          </p:nvSpPr>
          <p:spPr>
            <a:xfrm flipH="1">
              <a:off x="8158437" y="1562527"/>
              <a:ext cx="52622" cy="83324"/>
            </a:xfrm>
            <a:custGeom>
              <a:avLst/>
              <a:gdLst/>
              <a:ahLst/>
              <a:cxnLst/>
              <a:rect l="l" t="t" r="r" b="b"/>
              <a:pathLst>
                <a:path w="1366" h="2163" extrusionOk="0">
                  <a:moveTo>
                    <a:pt x="506" y="1"/>
                  </a:moveTo>
                  <a:cubicBezTo>
                    <a:pt x="445" y="1"/>
                    <a:pt x="380" y="48"/>
                    <a:pt x="396" y="129"/>
                  </a:cubicBezTo>
                  <a:cubicBezTo>
                    <a:pt x="464" y="347"/>
                    <a:pt x="546" y="552"/>
                    <a:pt x="669" y="757"/>
                  </a:cubicBezTo>
                  <a:cubicBezTo>
                    <a:pt x="724" y="866"/>
                    <a:pt x="792" y="961"/>
                    <a:pt x="860" y="1057"/>
                  </a:cubicBezTo>
                  <a:cubicBezTo>
                    <a:pt x="929" y="1152"/>
                    <a:pt x="1010" y="1234"/>
                    <a:pt x="1065" y="1330"/>
                  </a:cubicBezTo>
                  <a:cubicBezTo>
                    <a:pt x="1120" y="1425"/>
                    <a:pt x="1161" y="1521"/>
                    <a:pt x="1120" y="1630"/>
                  </a:cubicBezTo>
                  <a:cubicBezTo>
                    <a:pt x="1065" y="1712"/>
                    <a:pt x="956" y="1767"/>
                    <a:pt x="874" y="1794"/>
                  </a:cubicBezTo>
                  <a:cubicBezTo>
                    <a:pt x="656" y="1903"/>
                    <a:pt x="396" y="1958"/>
                    <a:pt x="137" y="1958"/>
                  </a:cubicBezTo>
                  <a:cubicBezTo>
                    <a:pt x="0" y="1958"/>
                    <a:pt x="0" y="2162"/>
                    <a:pt x="123" y="2162"/>
                  </a:cubicBezTo>
                  <a:cubicBezTo>
                    <a:pt x="410" y="2162"/>
                    <a:pt x="683" y="2108"/>
                    <a:pt x="942" y="1985"/>
                  </a:cubicBezTo>
                  <a:cubicBezTo>
                    <a:pt x="1147" y="1889"/>
                    <a:pt x="1365" y="1726"/>
                    <a:pt x="1338" y="1480"/>
                  </a:cubicBezTo>
                  <a:cubicBezTo>
                    <a:pt x="1324" y="1221"/>
                    <a:pt x="1092" y="1029"/>
                    <a:pt x="956" y="825"/>
                  </a:cubicBezTo>
                  <a:cubicBezTo>
                    <a:pt x="806" y="593"/>
                    <a:pt x="683" y="347"/>
                    <a:pt x="601" y="74"/>
                  </a:cubicBezTo>
                  <a:cubicBezTo>
                    <a:pt x="590" y="24"/>
                    <a:pt x="549" y="1"/>
                    <a:pt x="506" y="1"/>
                  </a:cubicBezTo>
                  <a:close/>
                </a:path>
              </a:pathLst>
            </a:custGeom>
            <a:solidFill>
              <a:srgbClr val="FF9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3"/>
            <p:cNvSpPr/>
            <p:nvPr/>
          </p:nvSpPr>
          <p:spPr>
            <a:xfrm flipH="1">
              <a:off x="8188755" y="1647432"/>
              <a:ext cx="72499" cy="28699"/>
            </a:xfrm>
            <a:custGeom>
              <a:avLst/>
              <a:gdLst/>
              <a:ahLst/>
              <a:cxnLst/>
              <a:rect l="l" t="t" r="r" b="b"/>
              <a:pathLst>
                <a:path w="1882" h="745" extrusionOk="0">
                  <a:moveTo>
                    <a:pt x="139" y="0"/>
                  </a:moveTo>
                  <a:cubicBezTo>
                    <a:pt x="67" y="0"/>
                    <a:pt x="1" y="96"/>
                    <a:pt x="61" y="177"/>
                  </a:cubicBezTo>
                  <a:cubicBezTo>
                    <a:pt x="372" y="540"/>
                    <a:pt x="841" y="745"/>
                    <a:pt x="1311" y="745"/>
                  </a:cubicBezTo>
                  <a:cubicBezTo>
                    <a:pt x="1460" y="745"/>
                    <a:pt x="1609" y="724"/>
                    <a:pt x="1754" y="682"/>
                  </a:cubicBezTo>
                  <a:cubicBezTo>
                    <a:pt x="1882" y="669"/>
                    <a:pt x="1842" y="488"/>
                    <a:pt x="1724" y="488"/>
                  </a:cubicBezTo>
                  <a:cubicBezTo>
                    <a:pt x="1716" y="488"/>
                    <a:pt x="1708" y="489"/>
                    <a:pt x="1699" y="491"/>
                  </a:cubicBezTo>
                  <a:cubicBezTo>
                    <a:pt x="1576" y="522"/>
                    <a:pt x="1450" y="538"/>
                    <a:pt x="1325" y="538"/>
                  </a:cubicBezTo>
                  <a:cubicBezTo>
                    <a:pt x="908" y="538"/>
                    <a:pt x="495" y="366"/>
                    <a:pt x="212" y="40"/>
                  </a:cubicBezTo>
                  <a:cubicBezTo>
                    <a:pt x="190" y="12"/>
                    <a:pt x="164" y="0"/>
                    <a:pt x="139" y="0"/>
                  </a:cubicBez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3"/>
            <p:cNvSpPr/>
            <p:nvPr/>
          </p:nvSpPr>
          <p:spPr>
            <a:xfrm flipH="1">
              <a:off x="8202084" y="1504357"/>
              <a:ext cx="91529" cy="90489"/>
            </a:xfrm>
            <a:custGeom>
              <a:avLst/>
              <a:gdLst/>
              <a:ahLst/>
              <a:cxnLst/>
              <a:rect l="l" t="t" r="r" b="b"/>
              <a:pathLst>
                <a:path w="2376" h="2349" extrusionOk="0">
                  <a:moveTo>
                    <a:pt x="1174" y="151"/>
                  </a:moveTo>
                  <a:cubicBezTo>
                    <a:pt x="1734" y="151"/>
                    <a:pt x="2198" y="615"/>
                    <a:pt x="2198" y="1175"/>
                  </a:cubicBezTo>
                  <a:cubicBezTo>
                    <a:pt x="2198" y="1734"/>
                    <a:pt x="1734" y="2198"/>
                    <a:pt x="1174" y="2198"/>
                  </a:cubicBezTo>
                  <a:cubicBezTo>
                    <a:pt x="615" y="2198"/>
                    <a:pt x="151" y="1734"/>
                    <a:pt x="151" y="1175"/>
                  </a:cubicBezTo>
                  <a:cubicBezTo>
                    <a:pt x="151" y="615"/>
                    <a:pt x="615" y="151"/>
                    <a:pt x="1174" y="151"/>
                  </a:cubicBezTo>
                  <a:close/>
                  <a:moveTo>
                    <a:pt x="1174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16"/>
                    <a:pt x="533" y="2348"/>
                    <a:pt x="1174" y="2348"/>
                  </a:cubicBezTo>
                  <a:cubicBezTo>
                    <a:pt x="1829" y="2348"/>
                    <a:pt x="2375" y="1816"/>
                    <a:pt x="2348" y="1175"/>
                  </a:cubicBezTo>
                  <a:cubicBezTo>
                    <a:pt x="2348" y="533"/>
                    <a:pt x="1829" y="1"/>
                    <a:pt x="1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3"/>
            <p:cNvSpPr/>
            <p:nvPr/>
          </p:nvSpPr>
          <p:spPr>
            <a:xfrm flipH="1">
              <a:off x="8093257" y="1504357"/>
              <a:ext cx="90451" cy="90489"/>
            </a:xfrm>
            <a:custGeom>
              <a:avLst/>
              <a:gdLst/>
              <a:ahLst/>
              <a:cxnLst/>
              <a:rect l="l" t="t" r="r" b="b"/>
              <a:pathLst>
                <a:path w="2348" h="2349" extrusionOk="0">
                  <a:moveTo>
                    <a:pt x="1174" y="151"/>
                  </a:moveTo>
                  <a:cubicBezTo>
                    <a:pt x="1734" y="151"/>
                    <a:pt x="2198" y="615"/>
                    <a:pt x="2198" y="1175"/>
                  </a:cubicBezTo>
                  <a:cubicBezTo>
                    <a:pt x="2198" y="1734"/>
                    <a:pt x="1734" y="2198"/>
                    <a:pt x="1174" y="2198"/>
                  </a:cubicBezTo>
                  <a:cubicBezTo>
                    <a:pt x="614" y="2198"/>
                    <a:pt x="150" y="1734"/>
                    <a:pt x="150" y="1175"/>
                  </a:cubicBezTo>
                  <a:cubicBezTo>
                    <a:pt x="150" y="615"/>
                    <a:pt x="614" y="151"/>
                    <a:pt x="1174" y="151"/>
                  </a:cubicBezTo>
                  <a:close/>
                  <a:moveTo>
                    <a:pt x="1174" y="1"/>
                  </a:moveTo>
                  <a:cubicBezTo>
                    <a:pt x="519" y="1"/>
                    <a:pt x="0" y="533"/>
                    <a:pt x="0" y="1175"/>
                  </a:cubicBezTo>
                  <a:cubicBezTo>
                    <a:pt x="0" y="1816"/>
                    <a:pt x="519" y="2348"/>
                    <a:pt x="1174" y="2348"/>
                  </a:cubicBezTo>
                  <a:cubicBezTo>
                    <a:pt x="1815" y="2348"/>
                    <a:pt x="2348" y="1816"/>
                    <a:pt x="2348" y="1175"/>
                  </a:cubicBezTo>
                  <a:cubicBezTo>
                    <a:pt x="2348" y="533"/>
                    <a:pt x="1815" y="1"/>
                    <a:pt x="1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3"/>
            <p:cNvSpPr/>
            <p:nvPr/>
          </p:nvSpPr>
          <p:spPr>
            <a:xfrm flipH="1">
              <a:off x="8174732" y="1522694"/>
              <a:ext cx="35787" cy="11172"/>
            </a:xfrm>
            <a:custGeom>
              <a:avLst/>
              <a:gdLst/>
              <a:ahLst/>
              <a:cxnLst/>
              <a:rect l="l" t="t" r="r" b="b"/>
              <a:pathLst>
                <a:path w="929" h="290" extrusionOk="0">
                  <a:moveTo>
                    <a:pt x="508" y="1"/>
                  </a:moveTo>
                  <a:cubicBezTo>
                    <a:pt x="493" y="1"/>
                    <a:pt x="479" y="1"/>
                    <a:pt x="464" y="3"/>
                  </a:cubicBezTo>
                  <a:cubicBezTo>
                    <a:pt x="300" y="3"/>
                    <a:pt x="164" y="71"/>
                    <a:pt x="0" y="153"/>
                  </a:cubicBezTo>
                  <a:lnTo>
                    <a:pt x="68" y="289"/>
                  </a:lnTo>
                  <a:cubicBezTo>
                    <a:pt x="205" y="221"/>
                    <a:pt x="328" y="166"/>
                    <a:pt x="464" y="153"/>
                  </a:cubicBezTo>
                  <a:cubicBezTo>
                    <a:pt x="475" y="151"/>
                    <a:pt x="487" y="151"/>
                    <a:pt x="499" y="151"/>
                  </a:cubicBezTo>
                  <a:cubicBezTo>
                    <a:pt x="603" y="151"/>
                    <a:pt x="729" y="203"/>
                    <a:pt x="778" y="289"/>
                  </a:cubicBezTo>
                  <a:lnTo>
                    <a:pt x="928" y="235"/>
                  </a:lnTo>
                  <a:cubicBezTo>
                    <a:pt x="853" y="72"/>
                    <a:pt x="674" y="1"/>
                    <a:pt x="5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3"/>
            <p:cNvSpPr/>
            <p:nvPr/>
          </p:nvSpPr>
          <p:spPr>
            <a:xfrm flipH="1">
              <a:off x="8289878" y="1538489"/>
              <a:ext cx="68917" cy="19030"/>
            </a:xfrm>
            <a:custGeom>
              <a:avLst/>
              <a:gdLst/>
              <a:ahLst/>
              <a:cxnLst/>
              <a:rect l="l" t="t" r="r" b="b"/>
              <a:pathLst>
                <a:path w="1789" h="494" extrusionOk="0">
                  <a:moveTo>
                    <a:pt x="1686" y="1"/>
                  </a:moveTo>
                  <a:cubicBezTo>
                    <a:pt x="1106" y="1"/>
                    <a:pt x="529" y="112"/>
                    <a:pt x="0" y="357"/>
                  </a:cubicBezTo>
                  <a:lnTo>
                    <a:pt x="68" y="493"/>
                  </a:lnTo>
                  <a:cubicBezTo>
                    <a:pt x="584" y="261"/>
                    <a:pt x="1149" y="151"/>
                    <a:pt x="1693" y="151"/>
                  </a:cubicBezTo>
                  <a:cubicBezTo>
                    <a:pt x="1725" y="151"/>
                    <a:pt x="1756" y="151"/>
                    <a:pt x="1788" y="152"/>
                  </a:cubicBezTo>
                  <a:lnTo>
                    <a:pt x="1788" y="2"/>
                  </a:lnTo>
                  <a:cubicBezTo>
                    <a:pt x="1754" y="1"/>
                    <a:pt x="1720" y="1"/>
                    <a:pt x="16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3"/>
            <p:cNvSpPr/>
            <p:nvPr/>
          </p:nvSpPr>
          <p:spPr>
            <a:xfrm flipH="1">
              <a:off x="7711574" y="2045425"/>
              <a:ext cx="1356226" cy="769256"/>
            </a:xfrm>
            <a:custGeom>
              <a:avLst/>
              <a:gdLst/>
              <a:ahLst/>
              <a:cxnLst/>
              <a:rect l="l" t="t" r="r" b="b"/>
              <a:pathLst>
                <a:path w="36443" h="19969" extrusionOk="0">
                  <a:moveTo>
                    <a:pt x="1" y="0"/>
                  </a:moveTo>
                  <a:lnTo>
                    <a:pt x="1" y="19969"/>
                  </a:lnTo>
                  <a:lnTo>
                    <a:pt x="36443" y="19969"/>
                  </a:lnTo>
                  <a:lnTo>
                    <a:pt x="364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3"/>
            <p:cNvSpPr/>
            <p:nvPr/>
          </p:nvSpPr>
          <p:spPr>
            <a:xfrm flipH="1">
              <a:off x="7780421" y="2429757"/>
              <a:ext cx="831277" cy="39"/>
            </a:xfrm>
            <a:custGeom>
              <a:avLst/>
              <a:gdLst/>
              <a:ahLst/>
              <a:cxnLst/>
              <a:rect l="l" t="t" r="r" b="b"/>
              <a:pathLst>
                <a:path w="21579" h="1" fill="none" extrusionOk="0">
                  <a:moveTo>
                    <a:pt x="0" y="1"/>
                  </a:moveTo>
                  <a:lnTo>
                    <a:pt x="21579" y="1"/>
                  </a:lnTo>
                </a:path>
              </a:pathLst>
            </a:custGeom>
            <a:noFill/>
            <a:ln w="8525" cap="rnd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3"/>
            <p:cNvSpPr/>
            <p:nvPr/>
          </p:nvSpPr>
          <p:spPr>
            <a:xfrm flipH="1">
              <a:off x="7780421" y="2480761"/>
              <a:ext cx="831277" cy="39"/>
            </a:xfrm>
            <a:custGeom>
              <a:avLst/>
              <a:gdLst/>
              <a:ahLst/>
              <a:cxnLst/>
              <a:rect l="l" t="t" r="r" b="b"/>
              <a:pathLst>
                <a:path w="21579" h="1" fill="none" extrusionOk="0">
                  <a:moveTo>
                    <a:pt x="0" y="1"/>
                  </a:moveTo>
                  <a:lnTo>
                    <a:pt x="21579" y="1"/>
                  </a:lnTo>
                </a:path>
              </a:pathLst>
            </a:custGeom>
            <a:noFill/>
            <a:ln w="8525" cap="rnd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3"/>
            <p:cNvSpPr/>
            <p:nvPr/>
          </p:nvSpPr>
          <p:spPr>
            <a:xfrm flipH="1">
              <a:off x="7780421" y="2532305"/>
              <a:ext cx="831277" cy="39"/>
            </a:xfrm>
            <a:custGeom>
              <a:avLst/>
              <a:gdLst/>
              <a:ahLst/>
              <a:cxnLst/>
              <a:rect l="l" t="t" r="r" b="b"/>
              <a:pathLst>
                <a:path w="21579" h="1" fill="none" extrusionOk="0">
                  <a:moveTo>
                    <a:pt x="0" y="0"/>
                  </a:moveTo>
                  <a:lnTo>
                    <a:pt x="21579" y="0"/>
                  </a:lnTo>
                </a:path>
              </a:pathLst>
            </a:custGeom>
            <a:noFill/>
            <a:ln w="8525" cap="rnd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3"/>
            <p:cNvSpPr/>
            <p:nvPr/>
          </p:nvSpPr>
          <p:spPr>
            <a:xfrm flipH="1">
              <a:off x="7780416" y="2583310"/>
              <a:ext cx="459573" cy="39"/>
            </a:xfrm>
            <a:custGeom>
              <a:avLst/>
              <a:gdLst/>
              <a:ahLst/>
              <a:cxnLst/>
              <a:rect l="l" t="t" r="r" b="b"/>
              <a:pathLst>
                <a:path w="11930" h="1" fill="none" extrusionOk="0">
                  <a:moveTo>
                    <a:pt x="1" y="0"/>
                  </a:moveTo>
                  <a:lnTo>
                    <a:pt x="11930" y="0"/>
                  </a:lnTo>
                </a:path>
              </a:pathLst>
            </a:custGeom>
            <a:noFill/>
            <a:ln w="8525" cap="rnd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3"/>
            <p:cNvSpPr/>
            <p:nvPr/>
          </p:nvSpPr>
          <p:spPr>
            <a:xfrm flipH="1">
              <a:off x="7752521" y="2167377"/>
              <a:ext cx="140453" cy="133095"/>
            </a:xfrm>
            <a:custGeom>
              <a:avLst/>
              <a:gdLst/>
              <a:ahLst/>
              <a:cxnLst/>
              <a:rect l="l" t="t" r="r" b="b"/>
              <a:pathLst>
                <a:path w="3646" h="3455" extrusionOk="0">
                  <a:moveTo>
                    <a:pt x="1830" y="1"/>
                  </a:moveTo>
                  <a:lnTo>
                    <a:pt x="1270" y="1134"/>
                  </a:lnTo>
                  <a:lnTo>
                    <a:pt x="1" y="1311"/>
                  </a:lnTo>
                  <a:lnTo>
                    <a:pt x="915" y="2198"/>
                  </a:lnTo>
                  <a:lnTo>
                    <a:pt x="711" y="3454"/>
                  </a:lnTo>
                  <a:lnTo>
                    <a:pt x="1830" y="2854"/>
                  </a:lnTo>
                  <a:lnTo>
                    <a:pt x="2935" y="3454"/>
                  </a:lnTo>
                  <a:lnTo>
                    <a:pt x="2935" y="3454"/>
                  </a:lnTo>
                  <a:lnTo>
                    <a:pt x="2731" y="2198"/>
                  </a:lnTo>
                  <a:lnTo>
                    <a:pt x="3645" y="1311"/>
                  </a:lnTo>
                  <a:lnTo>
                    <a:pt x="2376" y="1134"/>
                  </a:lnTo>
                  <a:lnTo>
                    <a:pt x="18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3"/>
            <p:cNvSpPr/>
            <p:nvPr/>
          </p:nvSpPr>
          <p:spPr>
            <a:xfrm flipH="1">
              <a:off x="7985971" y="2167377"/>
              <a:ext cx="139374" cy="133095"/>
            </a:xfrm>
            <a:custGeom>
              <a:avLst/>
              <a:gdLst/>
              <a:ahLst/>
              <a:cxnLst/>
              <a:rect l="l" t="t" r="r" b="b"/>
              <a:pathLst>
                <a:path w="3618" h="3455" extrusionOk="0">
                  <a:moveTo>
                    <a:pt x="1802" y="1"/>
                  </a:moveTo>
                  <a:lnTo>
                    <a:pt x="1256" y="1134"/>
                  </a:lnTo>
                  <a:lnTo>
                    <a:pt x="0" y="1311"/>
                  </a:lnTo>
                  <a:lnTo>
                    <a:pt x="901" y="2198"/>
                  </a:lnTo>
                  <a:lnTo>
                    <a:pt x="696" y="3454"/>
                  </a:lnTo>
                  <a:lnTo>
                    <a:pt x="696" y="3454"/>
                  </a:lnTo>
                  <a:lnTo>
                    <a:pt x="1802" y="2854"/>
                  </a:lnTo>
                  <a:lnTo>
                    <a:pt x="2935" y="3454"/>
                  </a:lnTo>
                  <a:lnTo>
                    <a:pt x="2716" y="2198"/>
                  </a:lnTo>
                  <a:lnTo>
                    <a:pt x="3617" y="1311"/>
                  </a:lnTo>
                  <a:lnTo>
                    <a:pt x="2375" y="1134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3"/>
            <p:cNvSpPr/>
            <p:nvPr/>
          </p:nvSpPr>
          <p:spPr>
            <a:xfrm flipH="1">
              <a:off x="8218919" y="2167377"/>
              <a:ext cx="139374" cy="133095"/>
            </a:xfrm>
            <a:custGeom>
              <a:avLst/>
              <a:gdLst/>
              <a:ahLst/>
              <a:cxnLst/>
              <a:rect l="l" t="t" r="r" b="b"/>
              <a:pathLst>
                <a:path w="3618" h="3455" extrusionOk="0">
                  <a:moveTo>
                    <a:pt x="1816" y="1"/>
                  </a:moveTo>
                  <a:lnTo>
                    <a:pt x="1256" y="1134"/>
                  </a:lnTo>
                  <a:lnTo>
                    <a:pt x="1" y="1311"/>
                  </a:lnTo>
                  <a:lnTo>
                    <a:pt x="915" y="2198"/>
                  </a:lnTo>
                  <a:lnTo>
                    <a:pt x="711" y="3454"/>
                  </a:lnTo>
                  <a:lnTo>
                    <a:pt x="711" y="3454"/>
                  </a:lnTo>
                  <a:lnTo>
                    <a:pt x="1816" y="2854"/>
                  </a:lnTo>
                  <a:lnTo>
                    <a:pt x="2935" y="3454"/>
                  </a:lnTo>
                  <a:lnTo>
                    <a:pt x="2935" y="3454"/>
                  </a:lnTo>
                  <a:lnTo>
                    <a:pt x="2717" y="2198"/>
                  </a:lnTo>
                  <a:lnTo>
                    <a:pt x="3618" y="1311"/>
                  </a:lnTo>
                  <a:lnTo>
                    <a:pt x="2376" y="1134"/>
                  </a:lnTo>
                  <a:lnTo>
                    <a:pt x="18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3"/>
            <p:cNvSpPr/>
            <p:nvPr/>
          </p:nvSpPr>
          <p:spPr>
            <a:xfrm flipH="1">
              <a:off x="8451329" y="2167377"/>
              <a:ext cx="139336" cy="133095"/>
            </a:xfrm>
            <a:custGeom>
              <a:avLst/>
              <a:gdLst/>
              <a:ahLst/>
              <a:cxnLst/>
              <a:rect l="l" t="t" r="r" b="b"/>
              <a:pathLst>
                <a:path w="3617" h="3455" extrusionOk="0">
                  <a:moveTo>
                    <a:pt x="1802" y="1"/>
                  </a:moveTo>
                  <a:lnTo>
                    <a:pt x="1242" y="1134"/>
                  </a:lnTo>
                  <a:lnTo>
                    <a:pt x="0" y="1311"/>
                  </a:lnTo>
                  <a:lnTo>
                    <a:pt x="901" y="2198"/>
                  </a:lnTo>
                  <a:lnTo>
                    <a:pt x="682" y="3454"/>
                  </a:lnTo>
                  <a:lnTo>
                    <a:pt x="682" y="3454"/>
                  </a:lnTo>
                  <a:lnTo>
                    <a:pt x="1802" y="2854"/>
                  </a:lnTo>
                  <a:lnTo>
                    <a:pt x="2934" y="3454"/>
                  </a:lnTo>
                  <a:lnTo>
                    <a:pt x="2716" y="2198"/>
                  </a:lnTo>
                  <a:lnTo>
                    <a:pt x="3617" y="1311"/>
                  </a:lnTo>
                  <a:lnTo>
                    <a:pt x="2375" y="1134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3"/>
            <p:cNvSpPr/>
            <p:nvPr/>
          </p:nvSpPr>
          <p:spPr>
            <a:xfrm flipH="1">
              <a:off x="8694218" y="2120071"/>
              <a:ext cx="301323" cy="429064"/>
            </a:xfrm>
            <a:custGeom>
              <a:avLst/>
              <a:gdLst/>
              <a:ahLst/>
              <a:cxnLst/>
              <a:rect l="l" t="t" r="r" b="b"/>
              <a:pathLst>
                <a:path w="7822" h="11138" extrusionOk="0">
                  <a:moveTo>
                    <a:pt x="0" y="1"/>
                  </a:moveTo>
                  <a:lnTo>
                    <a:pt x="0" y="11138"/>
                  </a:lnTo>
                  <a:lnTo>
                    <a:pt x="7821" y="11138"/>
                  </a:lnTo>
                  <a:lnTo>
                    <a:pt x="78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3"/>
            <p:cNvSpPr/>
            <p:nvPr/>
          </p:nvSpPr>
          <p:spPr>
            <a:xfrm flipH="1">
              <a:off x="8443431" y="2725575"/>
              <a:ext cx="109019" cy="139721"/>
            </a:xfrm>
            <a:custGeom>
              <a:avLst/>
              <a:gdLst/>
              <a:ahLst/>
              <a:cxnLst/>
              <a:rect l="l" t="t" r="r" b="b"/>
              <a:pathLst>
                <a:path w="2830" h="3627" extrusionOk="0">
                  <a:moveTo>
                    <a:pt x="712" y="0"/>
                  </a:moveTo>
                  <a:cubicBezTo>
                    <a:pt x="269" y="0"/>
                    <a:pt x="1" y="573"/>
                    <a:pt x="441" y="1112"/>
                  </a:cubicBezTo>
                  <a:cubicBezTo>
                    <a:pt x="619" y="1330"/>
                    <a:pt x="864" y="1480"/>
                    <a:pt x="1069" y="1671"/>
                  </a:cubicBezTo>
                  <a:cubicBezTo>
                    <a:pt x="1478" y="2026"/>
                    <a:pt x="1779" y="2504"/>
                    <a:pt x="1970" y="3022"/>
                  </a:cubicBezTo>
                  <a:cubicBezTo>
                    <a:pt x="2024" y="3172"/>
                    <a:pt x="2079" y="3323"/>
                    <a:pt x="2161" y="3459"/>
                  </a:cubicBezTo>
                  <a:cubicBezTo>
                    <a:pt x="2236" y="3555"/>
                    <a:pt x="2361" y="3626"/>
                    <a:pt x="2484" y="3626"/>
                  </a:cubicBezTo>
                  <a:cubicBezTo>
                    <a:pt x="2518" y="3626"/>
                    <a:pt x="2551" y="3621"/>
                    <a:pt x="2584" y="3609"/>
                  </a:cubicBezTo>
                  <a:cubicBezTo>
                    <a:pt x="2720" y="3541"/>
                    <a:pt x="2789" y="3405"/>
                    <a:pt x="2816" y="3295"/>
                  </a:cubicBezTo>
                  <a:cubicBezTo>
                    <a:pt x="2830" y="3159"/>
                    <a:pt x="2789" y="3036"/>
                    <a:pt x="2748" y="2900"/>
                  </a:cubicBezTo>
                  <a:cubicBezTo>
                    <a:pt x="2447" y="1958"/>
                    <a:pt x="1956" y="1016"/>
                    <a:pt x="1287" y="306"/>
                  </a:cubicBezTo>
                  <a:cubicBezTo>
                    <a:pt x="1090" y="90"/>
                    <a:pt x="888" y="0"/>
                    <a:pt x="712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3"/>
            <p:cNvSpPr/>
            <p:nvPr/>
          </p:nvSpPr>
          <p:spPr>
            <a:xfrm flipH="1">
              <a:off x="8471283" y="2750268"/>
              <a:ext cx="109019" cy="140222"/>
            </a:xfrm>
            <a:custGeom>
              <a:avLst/>
              <a:gdLst/>
              <a:ahLst/>
              <a:cxnLst/>
              <a:rect l="l" t="t" r="r" b="b"/>
              <a:pathLst>
                <a:path w="2830" h="3640" extrusionOk="0">
                  <a:moveTo>
                    <a:pt x="723" y="1"/>
                  </a:moveTo>
                  <a:cubicBezTo>
                    <a:pt x="276" y="1"/>
                    <a:pt x="1" y="574"/>
                    <a:pt x="441" y="1112"/>
                  </a:cubicBezTo>
                  <a:cubicBezTo>
                    <a:pt x="632" y="1330"/>
                    <a:pt x="878" y="1494"/>
                    <a:pt x="1069" y="1672"/>
                  </a:cubicBezTo>
                  <a:cubicBezTo>
                    <a:pt x="1492" y="2040"/>
                    <a:pt x="1792" y="2518"/>
                    <a:pt x="1983" y="3023"/>
                  </a:cubicBezTo>
                  <a:cubicBezTo>
                    <a:pt x="2038" y="3173"/>
                    <a:pt x="2079" y="3337"/>
                    <a:pt x="2174" y="3473"/>
                  </a:cubicBezTo>
                  <a:cubicBezTo>
                    <a:pt x="2251" y="3561"/>
                    <a:pt x="2379" y="3639"/>
                    <a:pt x="2505" y="3639"/>
                  </a:cubicBezTo>
                  <a:cubicBezTo>
                    <a:pt x="2536" y="3639"/>
                    <a:pt x="2567" y="3634"/>
                    <a:pt x="2597" y="3623"/>
                  </a:cubicBezTo>
                  <a:cubicBezTo>
                    <a:pt x="2734" y="3555"/>
                    <a:pt x="2816" y="3419"/>
                    <a:pt x="2816" y="3296"/>
                  </a:cubicBezTo>
                  <a:cubicBezTo>
                    <a:pt x="2829" y="3159"/>
                    <a:pt x="2802" y="3037"/>
                    <a:pt x="2747" y="2900"/>
                  </a:cubicBezTo>
                  <a:cubicBezTo>
                    <a:pt x="2461" y="1972"/>
                    <a:pt x="1969" y="1030"/>
                    <a:pt x="1301" y="307"/>
                  </a:cubicBezTo>
                  <a:cubicBezTo>
                    <a:pt x="1103" y="90"/>
                    <a:pt x="900" y="1"/>
                    <a:pt x="723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3"/>
            <p:cNvSpPr/>
            <p:nvPr/>
          </p:nvSpPr>
          <p:spPr>
            <a:xfrm flipH="1">
              <a:off x="8507033" y="2751000"/>
              <a:ext cx="108942" cy="140068"/>
            </a:xfrm>
            <a:custGeom>
              <a:avLst/>
              <a:gdLst/>
              <a:ahLst/>
              <a:cxnLst/>
              <a:rect l="l" t="t" r="r" b="b"/>
              <a:pathLst>
                <a:path w="2828" h="3636" extrusionOk="0">
                  <a:moveTo>
                    <a:pt x="704" y="0"/>
                  </a:moveTo>
                  <a:cubicBezTo>
                    <a:pt x="264" y="0"/>
                    <a:pt x="0" y="571"/>
                    <a:pt x="439" y="1107"/>
                  </a:cubicBezTo>
                  <a:cubicBezTo>
                    <a:pt x="616" y="1339"/>
                    <a:pt x="862" y="1489"/>
                    <a:pt x="1066" y="1680"/>
                  </a:cubicBezTo>
                  <a:cubicBezTo>
                    <a:pt x="1476" y="2035"/>
                    <a:pt x="1776" y="2512"/>
                    <a:pt x="1967" y="3018"/>
                  </a:cubicBezTo>
                  <a:cubicBezTo>
                    <a:pt x="2022" y="3181"/>
                    <a:pt x="2076" y="3331"/>
                    <a:pt x="2158" y="3468"/>
                  </a:cubicBezTo>
                  <a:cubicBezTo>
                    <a:pt x="2233" y="3564"/>
                    <a:pt x="2358" y="3635"/>
                    <a:pt x="2481" y="3635"/>
                  </a:cubicBezTo>
                  <a:cubicBezTo>
                    <a:pt x="2515" y="3635"/>
                    <a:pt x="2549" y="3630"/>
                    <a:pt x="2581" y="3618"/>
                  </a:cubicBezTo>
                  <a:cubicBezTo>
                    <a:pt x="2718" y="3563"/>
                    <a:pt x="2800" y="3427"/>
                    <a:pt x="2800" y="3290"/>
                  </a:cubicBezTo>
                  <a:cubicBezTo>
                    <a:pt x="2827" y="3154"/>
                    <a:pt x="2786" y="3045"/>
                    <a:pt x="2732" y="2908"/>
                  </a:cubicBezTo>
                  <a:cubicBezTo>
                    <a:pt x="2445" y="1967"/>
                    <a:pt x="1954" y="1025"/>
                    <a:pt x="1285" y="315"/>
                  </a:cubicBezTo>
                  <a:cubicBezTo>
                    <a:pt x="1086" y="92"/>
                    <a:pt x="881" y="0"/>
                    <a:pt x="704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3"/>
            <p:cNvSpPr/>
            <p:nvPr/>
          </p:nvSpPr>
          <p:spPr>
            <a:xfrm flipH="1">
              <a:off x="8546480" y="2762249"/>
              <a:ext cx="88563" cy="113641"/>
            </a:xfrm>
            <a:custGeom>
              <a:avLst/>
              <a:gdLst/>
              <a:ahLst/>
              <a:cxnLst/>
              <a:rect l="l" t="t" r="r" b="b"/>
              <a:pathLst>
                <a:path w="2299" h="2950" extrusionOk="0">
                  <a:moveTo>
                    <a:pt x="577" y="0"/>
                  </a:moveTo>
                  <a:cubicBezTo>
                    <a:pt x="216" y="0"/>
                    <a:pt x="0" y="459"/>
                    <a:pt x="360" y="897"/>
                  </a:cubicBezTo>
                  <a:cubicBezTo>
                    <a:pt x="524" y="1074"/>
                    <a:pt x="702" y="1210"/>
                    <a:pt x="879" y="1361"/>
                  </a:cubicBezTo>
                  <a:cubicBezTo>
                    <a:pt x="1207" y="1647"/>
                    <a:pt x="1452" y="2029"/>
                    <a:pt x="1616" y="2453"/>
                  </a:cubicBezTo>
                  <a:cubicBezTo>
                    <a:pt x="1643" y="2575"/>
                    <a:pt x="1684" y="2712"/>
                    <a:pt x="1766" y="2807"/>
                  </a:cubicBezTo>
                  <a:cubicBezTo>
                    <a:pt x="1828" y="2890"/>
                    <a:pt x="1922" y="2949"/>
                    <a:pt x="2017" y="2949"/>
                  </a:cubicBezTo>
                  <a:cubicBezTo>
                    <a:pt x="2047" y="2949"/>
                    <a:pt x="2078" y="2943"/>
                    <a:pt x="2107" y="2930"/>
                  </a:cubicBezTo>
                  <a:cubicBezTo>
                    <a:pt x="2203" y="2903"/>
                    <a:pt x="2258" y="2780"/>
                    <a:pt x="2271" y="2685"/>
                  </a:cubicBezTo>
                  <a:cubicBezTo>
                    <a:pt x="2299" y="2562"/>
                    <a:pt x="2258" y="2453"/>
                    <a:pt x="2230" y="2357"/>
                  </a:cubicBezTo>
                  <a:cubicBezTo>
                    <a:pt x="1998" y="1593"/>
                    <a:pt x="1589" y="842"/>
                    <a:pt x="1056" y="255"/>
                  </a:cubicBezTo>
                  <a:cubicBezTo>
                    <a:pt x="892" y="75"/>
                    <a:pt x="723" y="0"/>
                    <a:pt x="577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3"/>
            <p:cNvSpPr/>
            <p:nvPr/>
          </p:nvSpPr>
          <p:spPr>
            <a:xfrm flipH="1">
              <a:off x="8491817" y="2694102"/>
              <a:ext cx="172465" cy="121577"/>
            </a:xfrm>
            <a:custGeom>
              <a:avLst/>
              <a:gdLst/>
              <a:ahLst/>
              <a:cxnLst/>
              <a:rect l="l" t="t" r="r" b="b"/>
              <a:pathLst>
                <a:path w="4477" h="3156" extrusionOk="0">
                  <a:moveTo>
                    <a:pt x="1740" y="1"/>
                  </a:moveTo>
                  <a:cubicBezTo>
                    <a:pt x="1477" y="1"/>
                    <a:pt x="1219" y="48"/>
                    <a:pt x="983" y="154"/>
                  </a:cubicBezTo>
                  <a:cubicBezTo>
                    <a:pt x="423" y="386"/>
                    <a:pt x="0" y="987"/>
                    <a:pt x="82" y="1601"/>
                  </a:cubicBezTo>
                  <a:cubicBezTo>
                    <a:pt x="137" y="1956"/>
                    <a:pt x="355" y="2283"/>
                    <a:pt x="628" y="2515"/>
                  </a:cubicBezTo>
                  <a:cubicBezTo>
                    <a:pt x="1078" y="2933"/>
                    <a:pt x="1679" y="3156"/>
                    <a:pt x="2288" y="3156"/>
                  </a:cubicBezTo>
                  <a:cubicBezTo>
                    <a:pt x="2435" y="3156"/>
                    <a:pt x="2583" y="3143"/>
                    <a:pt x="2730" y="3116"/>
                  </a:cubicBezTo>
                  <a:cubicBezTo>
                    <a:pt x="3453" y="2979"/>
                    <a:pt x="4136" y="2488"/>
                    <a:pt x="4477" y="1819"/>
                  </a:cubicBezTo>
                  <a:lnTo>
                    <a:pt x="4108" y="1014"/>
                  </a:lnTo>
                  <a:cubicBezTo>
                    <a:pt x="3631" y="646"/>
                    <a:pt x="3330" y="454"/>
                    <a:pt x="2757" y="222"/>
                  </a:cubicBezTo>
                  <a:cubicBezTo>
                    <a:pt x="2439" y="83"/>
                    <a:pt x="2086" y="1"/>
                    <a:pt x="1740" y="1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3"/>
            <p:cNvSpPr/>
            <p:nvPr/>
          </p:nvSpPr>
          <p:spPr>
            <a:xfrm flipH="1">
              <a:off x="8423984" y="1833845"/>
              <a:ext cx="617824" cy="932745"/>
            </a:xfrm>
            <a:custGeom>
              <a:avLst/>
              <a:gdLst/>
              <a:ahLst/>
              <a:cxnLst/>
              <a:rect l="l" t="t" r="r" b="b"/>
              <a:pathLst>
                <a:path w="16038" h="24213" extrusionOk="0">
                  <a:moveTo>
                    <a:pt x="13972" y="0"/>
                  </a:moveTo>
                  <a:cubicBezTo>
                    <a:pt x="12645" y="0"/>
                    <a:pt x="11367" y="568"/>
                    <a:pt x="10332" y="1357"/>
                  </a:cubicBezTo>
                  <a:cubicBezTo>
                    <a:pt x="9241" y="2189"/>
                    <a:pt x="8394" y="3268"/>
                    <a:pt x="7575" y="4319"/>
                  </a:cubicBezTo>
                  <a:cubicBezTo>
                    <a:pt x="5419" y="7089"/>
                    <a:pt x="3249" y="9846"/>
                    <a:pt x="1092" y="12617"/>
                  </a:cubicBezTo>
                  <a:cubicBezTo>
                    <a:pt x="710" y="13108"/>
                    <a:pt x="314" y="13627"/>
                    <a:pt x="191" y="14214"/>
                  </a:cubicBezTo>
                  <a:cubicBezTo>
                    <a:pt x="0" y="15142"/>
                    <a:pt x="478" y="16043"/>
                    <a:pt x="1010" y="16848"/>
                  </a:cubicBezTo>
                  <a:cubicBezTo>
                    <a:pt x="2621" y="19305"/>
                    <a:pt x="4696" y="21502"/>
                    <a:pt x="7152" y="23277"/>
                  </a:cubicBezTo>
                  <a:cubicBezTo>
                    <a:pt x="7803" y="23750"/>
                    <a:pt x="8566" y="24212"/>
                    <a:pt x="9370" y="24212"/>
                  </a:cubicBezTo>
                  <a:cubicBezTo>
                    <a:pt x="9494" y="24212"/>
                    <a:pt x="9620" y="24201"/>
                    <a:pt x="9746" y="24178"/>
                  </a:cubicBezTo>
                  <a:cubicBezTo>
                    <a:pt x="10578" y="24028"/>
                    <a:pt x="11192" y="23290"/>
                    <a:pt x="11383" y="22512"/>
                  </a:cubicBezTo>
                  <a:cubicBezTo>
                    <a:pt x="11561" y="21721"/>
                    <a:pt x="11370" y="20929"/>
                    <a:pt x="11056" y="20179"/>
                  </a:cubicBezTo>
                  <a:cubicBezTo>
                    <a:pt x="10237" y="18145"/>
                    <a:pt x="8695" y="16439"/>
                    <a:pt x="7166" y="14801"/>
                  </a:cubicBezTo>
                  <a:cubicBezTo>
                    <a:pt x="8981" y="12276"/>
                    <a:pt x="10988" y="9437"/>
                    <a:pt x="13158" y="7158"/>
                  </a:cubicBezTo>
                  <a:cubicBezTo>
                    <a:pt x="14127" y="6134"/>
                    <a:pt x="15191" y="5110"/>
                    <a:pt x="15628" y="3814"/>
                  </a:cubicBezTo>
                  <a:cubicBezTo>
                    <a:pt x="16038" y="2503"/>
                    <a:pt x="15669" y="74"/>
                    <a:pt x="14195" y="6"/>
                  </a:cubicBezTo>
                  <a:cubicBezTo>
                    <a:pt x="14121" y="2"/>
                    <a:pt x="14046" y="0"/>
                    <a:pt x="13972" y="0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3"/>
            <p:cNvSpPr/>
            <p:nvPr/>
          </p:nvSpPr>
          <p:spPr>
            <a:xfrm flipH="1">
              <a:off x="8571713" y="2659007"/>
              <a:ext cx="121500" cy="128473"/>
            </a:xfrm>
            <a:custGeom>
              <a:avLst/>
              <a:gdLst/>
              <a:ahLst/>
              <a:cxnLst/>
              <a:rect l="l" t="t" r="r" b="b"/>
              <a:pathLst>
                <a:path w="3154" h="3335" extrusionOk="0">
                  <a:moveTo>
                    <a:pt x="1693" y="1"/>
                  </a:moveTo>
                  <a:lnTo>
                    <a:pt x="1" y="2321"/>
                  </a:lnTo>
                  <a:cubicBezTo>
                    <a:pt x="219" y="2457"/>
                    <a:pt x="355" y="2676"/>
                    <a:pt x="506" y="2880"/>
                  </a:cubicBezTo>
                  <a:cubicBezTo>
                    <a:pt x="669" y="3085"/>
                    <a:pt x="847" y="3290"/>
                    <a:pt x="1106" y="3331"/>
                  </a:cubicBezTo>
                  <a:cubicBezTo>
                    <a:pt x="1131" y="3333"/>
                    <a:pt x="1156" y="3334"/>
                    <a:pt x="1182" y="3334"/>
                  </a:cubicBezTo>
                  <a:cubicBezTo>
                    <a:pt x="1310" y="3334"/>
                    <a:pt x="1445" y="3306"/>
                    <a:pt x="1570" y="3249"/>
                  </a:cubicBezTo>
                  <a:cubicBezTo>
                    <a:pt x="2485" y="2880"/>
                    <a:pt x="3153" y="1925"/>
                    <a:pt x="3153" y="942"/>
                  </a:cubicBezTo>
                  <a:cubicBezTo>
                    <a:pt x="2717" y="519"/>
                    <a:pt x="2253" y="219"/>
                    <a:pt x="1693" y="1"/>
                  </a:cubicBezTo>
                  <a:close/>
                </a:path>
              </a:pathLst>
            </a:custGeom>
            <a:solidFill>
              <a:srgbClr val="D6E1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3"/>
            <p:cNvSpPr/>
            <p:nvPr/>
          </p:nvSpPr>
          <p:spPr>
            <a:xfrm flipH="1">
              <a:off x="8762826" y="2373783"/>
              <a:ext cx="137140" cy="28776"/>
            </a:xfrm>
            <a:custGeom>
              <a:avLst/>
              <a:gdLst/>
              <a:ahLst/>
              <a:cxnLst/>
              <a:rect l="l" t="t" r="r" b="b"/>
              <a:pathLst>
                <a:path w="3560" h="747" extrusionOk="0">
                  <a:moveTo>
                    <a:pt x="1342" y="0"/>
                  </a:moveTo>
                  <a:cubicBezTo>
                    <a:pt x="927" y="0"/>
                    <a:pt x="512" y="61"/>
                    <a:pt x="113" y="184"/>
                  </a:cubicBezTo>
                  <a:cubicBezTo>
                    <a:pt x="1" y="222"/>
                    <a:pt x="25" y="394"/>
                    <a:pt x="133" y="394"/>
                  </a:cubicBezTo>
                  <a:cubicBezTo>
                    <a:pt x="144" y="394"/>
                    <a:pt x="155" y="393"/>
                    <a:pt x="167" y="389"/>
                  </a:cubicBezTo>
                  <a:cubicBezTo>
                    <a:pt x="555" y="273"/>
                    <a:pt x="957" y="215"/>
                    <a:pt x="1359" y="215"/>
                  </a:cubicBezTo>
                  <a:cubicBezTo>
                    <a:pt x="2046" y="215"/>
                    <a:pt x="2731" y="386"/>
                    <a:pt x="3334" y="730"/>
                  </a:cubicBezTo>
                  <a:cubicBezTo>
                    <a:pt x="3354" y="742"/>
                    <a:pt x="3375" y="747"/>
                    <a:pt x="3394" y="747"/>
                  </a:cubicBezTo>
                  <a:cubicBezTo>
                    <a:pt x="3491" y="747"/>
                    <a:pt x="3559" y="623"/>
                    <a:pt x="3457" y="567"/>
                  </a:cubicBezTo>
                  <a:cubicBezTo>
                    <a:pt x="2811" y="191"/>
                    <a:pt x="2076" y="0"/>
                    <a:pt x="1342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3"/>
            <p:cNvSpPr/>
            <p:nvPr/>
          </p:nvSpPr>
          <p:spPr>
            <a:xfrm flipH="1">
              <a:off x="8816641" y="2386881"/>
              <a:ext cx="54818" cy="12597"/>
            </a:xfrm>
            <a:custGeom>
              <a:avLst/>
              <a:gdLst/>
              <a:ahLst/>
              <a:cxnLst/>
              <a:rect l="l" t="t" r="r" b="b"/>
              <a:pathLst>
                <a:path w="1423" h="327" extrusionOk="0">
                  <a:moveTo>
                    <a:pt x="789" y="0"/>
                  </a:moveTo>
                  <a:cubicBezTo>
                    <a:pt x="544" y="0"/>
                    <a:pt x="300" y="49"/>
                    <a:pt x="69" y="145"/>
                  </a:cubicBezTo>
                  <a:cubicBezTo>
                    <a:pt x="14" y="158"/>
                    <a:pt x="1" y="240"/>
                    <a:pt x="14" y="267"/>
                  </a:cubicBezTo>
                  <a:cubicBezTo>
                    <a:pt x="46" y="309"/>
                    <a:pt x="85" y="327"/>
                    <a:pt x="120" y="327"/>
                  </a:cubicBezTo>
                  <a:cubicBezTo>
                    <a:pt x="131" y="327"/>
                    <a:pt x="141" y="325"/>
                    <a:pt x="151" y="322"/>
                  </a:cubicBezTo>
                  <a:cubicBezTo>
                    <a:pt x="347" y="244"/>
                    <a:pt x="560" y="206"/>
                    <a:pt x="774" y="206"/>
                  </a:cubicBezTo>
                  <a:cubicBezTo>
                    <a:pt x="933" y="206"/>
                    <a:pt x="1091" y="227"/>
                    <a:pt x="1243" y="267"/>
                  </a:cubicBezTo>
                  <a:cubicBezTo>
                    <a:pt x="1255" y="271"/>
                    <a:pt x="1267" y="273"/>
                    <a:pt x="1278" y="273"/>
                  </a:cubicBezTo>
                  <a:cubicBezTo>
                    <a:pt x="1388" y="273"/>
                    <a:pt x="1423" y="101"/>
                    <a:pt x="1311" y="76"/>
                  </a:cubicBezTo>
                  <a:cubicBezTo>
                    <a:pt x="1140" y="25"/>
                    <a:pt x="965" y="0"/>
                    <a:pt x="789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3"/>
            <p:cNvSpPr/>
            <p:nvPr/>
          </p:nvSpPr>
          <p:spPr>
            <a:xfrm flipH="1">
              <a:off x="8593786" y="2669640"/>
              <a:ext cx="76621" cy="96691"/>
            </a:xfrm>
            <a:custGeom>
              <a:avLst/>
              <a:gdLst/>
              <a:ahLst/>
              <a:cxnLst/>
              <a:rect l="l" t="t" r="r" b="b"/>
              <a:pathLst>
                <a:path w="1989" h="2510" extrusionOk="0">
                  <a:moveTo>
                    <a:pt x="1796" y="0"/>
                  </a:moveTo>
                  <a:cubicBezTo>
                    <a:pt x="1736" y="0"/>
                    <a:pt x="1666" y="53"/>
                    <a:pt x="1674" y="134"/>
                  </a:cubicBezTo>
                  <a:cubicBezTo>
                    <a:pt x="1756" y="653"/>
                    <a:pt x="1647" y="1171"/>
                    <a:pt x="1333" y="1581"/>
                  </a:cubicBezTo>
                  <a:cubicBezTo>
                    <a:pt x="1046" y="1977"/>
                    <a:pt x="623" y="2222"/>
                    <a:pt x="146" y="2304"/>
                  </a:cubicBezTo>
                  <a:cubicBezTo>
                    <a:pt x="0" y="2317"/>
                    <a:pt x="47" y="2510"/>
                    <a:pt x="174" y="2510"/>
                  </a:cubicBezTo>
                  <a:cubicBezTo>
                    <a:pt x="178" y="2510"/>
                    <a:pt x="182" y="2509"/>
                    <a:pt x="186" y="2509"/>
                  </a:cubicBezTo>
                  <a:cubicBezTo>
                    <a:pt x="719" y="2427"/>
                    <a:pt x="1196" y="2127"/>
                    <a:pt x="1510" y="1704"/>
                  </a:cubicBezTo>
                  <a:cubicBezTo>
                    <a:pt x="1865" y="1226"/>
                    <a:pt x="1988" y="653"/>
                    <a:pt x="1879" y="79"/>
                  </a:cubicBezTo>
                  <a:cubicBezTo>
                    <a:pt x="1873" y="24"/>
                    <a:pt x="1837" y="0"/>
                    <a:pt x="1796" y="0"/>
                  </a:cubicBezTo>
                  <a:close/>
                </a:path>
              </a:pathLst>
            </a:custGeom>
            <a:solidFill>
              <a:srgbClr val="BAC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3"/>
            <p:cNvSpPr/>
            <p:nvPr/>
          </p:nvSpPr>
          <p:spPr>
            <a:xfrm flipH="1">
              <a:off x="7371937" y="1892124"/>
              <a:ext cx="80838" cy="89680"/>
            </a:xfrm>
            <a:custGeom>
              <a:avLst/>
              <a:gdLst/>
              <a:ahLst/>
              <a:cxnLst/>
              <a:rect l="l" t="t" r="r" b="b"/>
              <a:pathLst>
                <a:path w="2392" h="2328" extrusionOk="0">
                  <a:moveTo>
                    <a:pt x="2230" y="0"/>
                  </a:moveTo>
                  <a:cubicBezTo>
                    <a:pt x="2206" y="0"/>
                    <a:pt x="2181" y="7"/>
                    <a:pt x="2157" y="21"/>
                  </a:cubicBezTo>
                  <a:cubicBezTo>
                    <a:pt x="1461" y="458"/>
                    <a:pt x="752" y="868"/>
                    <a:pt x="165" y="1468"/>
                  </a:cubicBezTo>
                  <a:cubicBezTo>
                    <a:pt x="1" y="1632"/>
                    <a:pt x="42" y="2110"/>
                    <a:pt x="165" y="2328"/>
                  </a:cubicBezTo>
                  <a:cubicBezTo>
                    <a:pt x="479" y="2328"/>
                    <a:pt x="793" y="2328"/>
                    <a:pt x="1066" y="2205"/>
                  </a:cubicBezTo>
                  <a:cubicBezTo>
                    <a:pt x="1338" y="2041"/>
                    <a:pt x="1516" y="1686"/>
                    <a:pt x="1366" y="1427"/>
                  </a:cubicBezTo>
                  <a:cubicBezTo>
                    <a:pt x="1803" y="1154"/>
                    <a:pt x="2130" y="663"/>
                    <a:pt x="2349" y="171"/>
                  </a:cubicBezTo>
                  <a:cubicBezTo>
                    <a:pt x="2391" y="86"/>
                    <a:pt x="2317" y="0"/>
                    <a:pt x="2230" y="0"/>
                  </a:cubicBezTo>
                  <a:close/>
                </a:path>
              </a:pathLst>
            </a:custGeom>
            <a:solidFill>
              <a:srgbClr val="B96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3"/>
            <p:cNvSpPr/>
            <p:nvPr/>
          </p:nvSpPr>
          <p:spPr>
            <a:xfrm flipH="1">
              <a:off x="7112626" y="1663034"/>
              <a:ext cx="160408" cy="135830"/>
            </a:xfrm>
            <a:custGeom>
              <a:avLst/>
              <a:gdLst/>
              <a:ahLst/>
              <a:cxnLst/>
              <a:rect l="l" t="t" r="r" b="b"/>
              <a:pathLst>
                <a:path w="4164" h="3526" extrusionOk="0">
                  <a:moveTo>
                    <a:pt x="1075" y="1"/>
                  </a:moveTo>
                  <a:cubicBezTo>
                    <a:pt x="1049" y="1"/>
                    <a:pt x="1023" y="2"/>
                    <a:pt x="997" y="4"/>
                  </a:cubicBezTo>
                  <a:cubicBezTo>
                    <a:pt x="615" y="31"/>
                    <a:pt x="219" y="331"/>
                    <a:pt x="110" y="795"/>
                  </a:cubicBezTo>
                  <a:cubicBezTo>
                    <a:pt x="1" y="1328"/>
                    <a:pt x="288" y="1860"/>
                    <a:pt x="615" y="2256"/>
                  </a:cubicBezTo>
                  <a:cubicBezTo>
                    <a:pt x="1011" y="2774"/>
                    <a:pt x="1516" y="3198"/>
                    <a:pt x="2035" y="3498"/>
                  </a:cubicBezTo>
                  <a:cubicBezTo>
                    <a:pt x="2062" y="3525"/>
                    <a:pt x="2062" y="3525"/>
                    <a:pt x="2076" y="3525"/>
                  </a:cubicBezTo>
                  <a:lnTo>
                    <a:pt x="2103" y="3498"/>
                  </a:lnTo>
                  <a:cubicBezTo>
                    <a:pt x="2635" y="3198"/>
                    <a:pt x="3127" y="2774"/>
                    <a:pt x="3536" y="2256"/>
                  </a:cubicBezTo>
                  <a:cubicBezTo>
                    <a:pt x="3864" y="1874"/>
                    <a:pt x="4164" y="1341"/>
                    <a:pt x="4041" y="795"/>
                  </a:cubicBezTo>
                  <a:cubicBezTo>
                    <a:pt x="3932" y="331"/>
                    <a:pt x="3550" y="45"/>
                    <a:pt x="3154" y="4"/>
                  </a:cubicBezTo>
                  <a:cubicBezTo>
                    <a:pt x="3128" y="2"/>
                    <a:pt x="3102" y="1"/>
                    <a:pt x="3076" y="1"/>
                  </a:cubicBezTo>
                  <a:cubicBezTo>
                    <a:pt x="2722" y="1"/>
                    <a:pt x="2381" y="172"/>
                    <a:pt x="2076" y="413"/>
                  </a:cubicBezTo>
                  <a:cubicBezTo>
                    <a:pt x="1770" y="172"/>
                    <a:pt x="1429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3"/>
            <p:cNvSpPr/>
            <p:nvPr/>
          </p:nvSpPr>
          <p:spPr>
            <a:xfrm flipH="1">
              <a:off x="7608985" y="1157882"/>
              <a:ext cx="154090" cy="184561"/>
            </a:xfrm>
            <a:custGeom>
              <a:avLst/>
              <a:gdLst/>
              <a:ahLst/>
              <a:cxnLst/>
              <a:rect l="l" t="t" r="r" b="b"/>
              <a:pathLst>
                <a:path w="4000" h="4791" fill="none" extrusionOk="0">
                  <a:moveTo>
                    <a:pt x="710" y="1775"/>
                  </a:moveTo>
                  <a:lnTo>
                    <a:pt x="1406" y="246"/>
                  </a:lnTo>
                  <a:cubicBezTo>
                    <a:pt x="1474" y="109"/>
                    <a:pt x="1611" y="0"/>
                    <a:pt x="1774" y="0"/>
                  </a:cubicBezTo>
                  <a:lnTo>
                    <a:pt x="1774" y="0"/>
                  </a:lnTo>
                  <a:cubicBezTo>
                    <a:pt x="1993" y="0"/>
                    <a:pt x="2157" y="178"/>
                    <a:pt x="2157" y="396"/>
                  </a:cubicBezTo>
                  <a:lnTo>
                    <a:pt x="2157" y="1761"/>
                  </a:lnTo>
                  <a:lnTo>
                    <a:pt x="2976" y="1761"/>
                  </a:lnTo>
                  <a:cubicBezTo>
                    <a:pt x="3562" y="1761"/>
                    <a:pt x="3999" y="2293"/>
                    <a:pt x="3904" y="2853"/>
                  </a:cubicBezTo>
                  <a:lnTo>
                    <a:pt x="3685" y="4027"/>
                  </a:lnTo>
                  <a:cubicBezTo>
                    <a:pt x="3590" y="4477"/>
                    <a:pt x="3221" y="4791"/>
                    <a:pt x="2757" y="4791"/>
                  </a:cubicBezTo>
                  <a:lnTo>
                    <a:pt x="0" y="4791"/>
                  </a:lnTo>
                  <a:lnTo>
                    <a:pt x="0" y="2089"/>
                  </a:lnTo>
                  <a:close/>
                </a:path>
              </a:pathLst>
            </a:custGeom>
            <a:noFill/>
            <a:ln w="8525" cap="flat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3"/>
            <p:cNvSpPr/>
            <p:nvPr/>
          </p:nvSpPr>
          <p:spPr>
            <a:xfrm flipH="1">
              <a:off x="7763037" y="1238318"/>
              <a:ext cx="56320" cy="104126"/>
            </a:xfrm>
            <a:custGeom>
              <a:avLst/>
              <a:gdLst/>
              <a:ahLst/>
              <a:cxnLst/>
              <a:rect l="l" t="t" r="r" b="b"/>
              <a:pathLst>
                <a:path w="1462" h="2703" fill="none" extrusionOk="0">
                  <a:moveTo>
                    <a:pt x="1" y="1"/>
                  </a:moveTo>
                  <a:lnTo>
                    <a:pt x="1461" y="1"/>
                  </a:lnTo>
                  <a:lnTo>
                    <a:pt x="1461" y="2703"/>
                  </a:lnTo>
                  <a:lnTo>
                    <a:pt x="1" y="2703"/>
                  </a:lnTo>
                  <a:close/>
                </a:path>
              </a:pathLst>
            </a:custGeom>
            <a:noFill/>
            <a:ln w="8525" cap="flat" cmpd="sng">
              <a:solidFill>
                <a:srgbClr val="FFFFFF"/>
              </a:solidFill>
              <a:prstDash val="solid"/>
              <a:miter lim="136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Warning ">
            <a:extLst>
              <a:ext uri="{FF2B5EF4-FFF2-40B4-BE49-F238E27FC236}">
                <a16:creationId xmlns:a16="http://schemas.microsoft.com/office/drawing/2014/main" id="{440395FD-824D-EB88-E436-375232F28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98" y="3948115"/>
            <a:ext cx="554445" cy="554445"/>
          </a:xfrm>
          <a:prstGeom prst="rect">
            <a:avLst/>
          </a:prstGeom>
        </p:spPr>
      </p:pic>
      <p:pic>
        <p:nvPicPr>
          <p:cNvPr id="7" name="Picture 6" descr="Operational risk">
            <a:extLst>
              <a:ext uri="{FF2B5EF4-FFF2-40B4-BE49-F238E27FC236}">
                <a16:creationId xmlns:a16="http://schemas.microsoft.com/office/drawing/2014/main" id="{CBE0F71C-058C-A124-B562-3E993A30E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282" y="1242225"/>
            <a:ext cx="539483" cy="539483"/>
          </a:xfrm>
          <a:prstGeom prst="rect">
            <a:avLst/>
          </a:prstGeom>
        </p:spPr>
      </p:pic>
      <p:pic>
        <p:nvPicPr>
          <p:cNvPr id="8" name="Picture 7" descr="Onboarding ">
            <a:extLst>
              <a:ext uri="{FF2B5EF4-FFF2-40B4-BE49-F238E27FC236}">
                <a16:creationId xmlns:a16="http://schemas.microsoft.com/office/drawing/2014/main" id="{DA503575-998F-E267-5629-AF4792F97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98" y="1241964"/>
            <a:ext cx="539744" cy="539744"/>
          </a:xfrm>
          <a:prstGeom prst="rect">
            <a:avLst/>
          </a:prstGeom>
        </p:spPr>
      </p:pic>
      <p:pic>
        <p:nvPicPr>
          <p:cNvPr id="13" name="Picture 12" descr="Dislike ">
            <a:extLst>
              <a:ext uri="{FF2B5EF4-FFF2-40B4-BE49-F238E27FC236}">
                <a16:creationId xmlns:a16="http://schemas.microsoft.com/office/drawing/2014/main" id="{9C3108AA-FB92-60B4-CCCB-BBB14E4B4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816" y="988757"/>
            <a:ext cx="374208" cy="374208"/>
          </a:xfrm>
          <a:prstGeom prst="rect">
            <a:avLst/>
          </a:prstGeom>
        </p:spPr>
      </p:pic>
      <p:pic>
        <p:nvPicPr>
          <p:cNvPr id="14" name="Picture 13" descr="Innovation ">
            <a:extLst>
              <a:ext uri="{FF2B5EF4-FFF2-40B4-BE49-F238E27FC236}">
                <a16:creationId xmlns:a16="http://schemas.microsoft.com/office/drawing/2014/main" id="{37337A98-2033-FE9E-C53C-F5195FFDF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2905" y="1390689"/>
            <a:ext cx="598911" cy="598911"/>
          </a:xfrm>
          <a:prstGeom prst="rect">
            <a:avLst/>
          </a:prstGeom>
        </p:spPr>
      </p:pic>
      <p:pic>
        <p:nvPicPr>
          <p:cNvPr id="15" name="Picture 14" descr="High price">
            <a:extLst>
              <a:ext uri="{FF2B5EF4-FFF2-40B4-BE49-F238E27FC236}">
                <a16:creationId xmlns:a16="http://schemas.microsoft.com/office/drawing/2014/main" id="{02264106-C3F4-E364-0CAA-3E5021F03C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8244" y="3901275"/>
            <a:ext cx="640305" cy="536910"/>
          </a:xfrm>
          <a:prstGeom prst="rect">
            <a:avLst/>
          </a:prstGeom>
        </p:spPr>
      </p:pic>
      <p:pic>
        <p:nvPicPr>
          <p:cNvPr id="3" name="Picture 2" descr="Contract ">
            <a:extLst>
              <a:ext uri="{FF2B5EF4-FFF2-40B4-BE49-F238E27FC236}">
                <a16:creationId xmlns:a16="http://schemas.microsoft.com/office/drawing/2014/main" id="{4A3C17E1-BF4A-6433-4B06-C4CCFFCCBD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146" y="2628425"/>
            <a:ext cx="474696" cy="474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29;p49">
            <a:extLst>
              <a:ext uri="{FF2B5EF4-FFF2-40B4-BE49-F238E27FC236}">
                <a16:creationId xmlns:a16="http://schemas.microsoft.com/office/drawing/2014/main" id="{CE95DFFE-B34F-2E40-FFD1-4650E9D4E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975" y="410350"/>
            <a:ext cx="82377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Conclusion</a:t>
            </a:r>
            <a:endParaRPr dirty="0"/>
          </a:p>
        </p:txBody>
      </p:sp>
      <p:sp>
        <p:nvSpPr>
          <p:cNvPr id="10" name="Google Shape;1736;p49">
            <a:extLst>
              <a:ext uri="{FF2B5EF4-FFF2-40B4-BE49-F238E27FC236}">
                <a16:creationId xmlns:a16="http://schemas.microsoft.com/office/drawing/2014/main" id="{E3A9AD92-9A9D-3B9E-F7DC-62B9D8FD6F54}"/>
              </a:ext>
            </a:extLst>
          </p:cNvPr>
          <p:cNvSpPr txBox="1"/>
          <p:nvPr/>
        </p:nvSpPr>
        <p:spPr>
          <a:xfrm flipH="1">
            <a:off x="639337" y="869795"/>
            <a:ext cx="8063928" cy="251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2"/>
                </a:solidFill>
              </a:rPr>
              <a:t>High Risk is Concentrated, Not Random:</a:t>
            </a:r>
            <a:r>
              <a:rPr lang="en-IN" dirty="0"/>
              <a:t> Churn is heavily concentrated in new, uncommitted, and unassisted customers.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2"/>
                </a:solidFill>
              </a:rPr>
              <a:t>Friction Drives Churn</a:t>
            </a:r>
            <a:r>
              <a:rPr lang="en-IN" b="1" dirty="0"/>
              <a:t>:</a:t>
            </a:r>
            <a:r>
              <a:rPr lang="en-IN" dirty="0"/>
              <a:t> Manual payment methods (Electronic Checks) and Month-to-Month contracts create monthly friction points that invite competitor comparison.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2"/>
                </a:solidFill>
              </a:rPr>
              <a:t>Value is the Antidote:</a:t>
            </a:r>
            <a:r>
              <a:rPr lang="en-IN" dirty="0">
                <a:solidFill>
                  <a:schemeClr val="bg2"/>
                </a:solidFill>
              </a:rPr>
              <a:t> </a:t>
            </a:r>
            <a:r>
              <a:rPr lang="en-IN" dirty="0"/>
              <a:t>Bundling security, improving support staff training, and securing early-stage customer relationships are our most effective shields.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oogle Shape;1745;p49">
            <a:extLst>
              <a:ext uri="{FF2B5EF4-FFF2-40B4-BE49-F238E27FC236}">
                <a16:creationId xmlns:a16="http://schemas.microsoft.com/office/drawing/2014/main" id="{D9CCDD6F-B94E-1D99-6DD6-A2665B24A952}"/>
              </a:ext>
            </a:extLst>
          </p:cNvPr>
          <p:cNvGrpSpPr/>
          <p:nvPr/>
        </p:nvGrpSpPr>
        <p:grpSpPr>
          <a:xfrm>
            <a:off x="5496124" y="3247098"/>
            <a:ext cx="3647034" cy="1892956"/>
            <a:chOff x="7938448" y="1883984"/>
            <a:chExt cx="2364366" cy="1227121"/>
          </a:xfrm>
        </p:grpSpPr>
        <p:sp>
          <p:nvSpPr>
            <p:cNvPr id="20" name="Google Shape;1746;p49">
              <a:extLst>
                <a:ext uri="{FF2B5EF4-FFF2-40B4-BE49-F238E27FC236}">
                  <a16:creationId xmlns:a16="http://schemas.microsoft.com/office/drawing/2014/main" id="{6FA06DBB-9CDA-FE62-C915-E9D08FEE3379}"/>
                </a:ext>
              </a:extLst>
            </p:cNvPr>
            <p:cNvSpPr/>
            <p:nvPr/>
          </p:nvSpPr>
          <p:spPr>
            <a:xfrm flipH="1">
              <a:off x="8578297" y="2089203"/>
              <a:ext cx="825769" cy="798859"/>
            </a:xfrm>
            <a:custGeom>
              <a:avLst/>
              <a:gdLst/>
              <a:ahLst/>
              <a:cxnLst/>
              <a:rect l="l" t="t" r="r" b="b"/>
              <a:pathLst>
                <a:path w="11814" h="11429" extrusionOk="0">
                  <a:moveTo>
                    <a:pt x="1741" y="0"/>
                  </a:moveTo>
                  <a:cubicBezTo>
                    <a:pt x="1582" y="0"/>
                    <a:pt x="1426" y="6"/>
                    <a:pt x="1273" y="19"/>
                  </a:cubicBezTo>
                  <a:cubicBezTo>
                    <a:pt x="1" y="132"/>
                    <a:pt x="621" y="1465"/>
                    <a:pt x="1497" y="2713"/>
                  </a:cubicBezTo>
                  <a:cubicBezTo>
                    <a:pt x="2293" y="3843"/>
                    <a:pt x="3301" y="4900"/>
                    <a:pt x="3301" y="4900"/>
                  </a:cubicBezTo>
                  <a:lnTo>
                    <a:pt x="4347" y="4200"/>
                  </a:lnTo>
                  <a:cubicBezTo>
                    <a:pt x="4576" y="4611"/>
                    <a:pt x="4941" y="5252"/>
                    <a:pt x="5389" y="5987"/>
                  </a:cubicBezTo>
                  <a:cubicBezTo>
                    <a:pt x="5393" y="5998"/>
                    <a:pt x="5402" y="6009"/>
                    <a:pt x="5408" y="6018"/>
                  </a:cubicBezTo>
                  <a:cubicBezTo>
                    <a:pt x="5413" y="6026"/>
                    <a:pt x="5419" y="6035"/>
                    <a:pt x="5424" y="6046"/>
                  </a:cubicBezTo>
                  <a:cubicBezTo>
                    <a:pt x="5456" y="6100"/>
                    <a:pt x="5491" y="6157"/>
                    <a:pt x="5524" y="6211"/>
                  </a:cubicBezTo>
                  <a:cubicBezTo>
                    <a:pt x="5919" y="6853"/>
                    <a:pt x="6367" y="7557"/>
                    <a:pt x="6835" y="8233"/>
                  </a:cubicBezTo>
                  <a:cubicBezTo>
                    <a:pt x="7415" y="9079"/>
                    <a:pt x="8033" y="9886"/>
                    <a:pt x="8611" y="10488"/>
                  </a:cubicBezTo>
                  <a:cubicBezTo>
                    <a:pt x="9256" y="11163"/>
                    <a:pt x="9847" y="11429"/>
                    <a:pt x="10332" y="11429"/>
                  </a:cubicBezTo>
                  <a:cubicBezTo>
                    <a:pt x="11270" y="11429"/>
                    <a:pt x="11813" y="10438"/>
                    <a:pt x="11599" y="9494"/>
                  </a:cubicBezTo>
                  <a:cubicBezTo>
                    <a:pt x="11572" y="9379"/>
                    <a:pt x="11536" y="9266"/>
                    <a:pt x="11488" y="9157"/>
                  </a:cubicBezTo>
                  <a:cubicBezTo>
                    <a:pt x="11351" y="8847"/>
                    <a:pt x="11075" y="8329"/>
                    <a:pt x="10725" y="7701"/>
                  </a:cubicBezTo>
                  <a:cubicBezTo>
                    <a:pt x="10553" y="7390"/>
                    <a:pt x="10359" y="7057"/>
                    <a:pt x="10159" y="6705"/>
                  </a:cubicBezTo>
                  <a:cubicBezTo>
                    <a:pt x="9794" y="6072"/>
                    <a:pt x="9392" y="5394"/>
                    <a:pt x="9002" y="4735"/>
                  </a:cubicBezTo>
                  <a:cubicBezTo>
                    <a:pt x="8944" y="4633"/>
                    <a:pt x="8881" y="4531"/>
                    <a:pt x="8822" y="4431"/>
                  </a:cubicBezTo>
                  <a:cubicBezTo>
                    <a:pt x="8502" y="3900"/>
                    <a:pt x="8198" y="3393"/>
                    <a:pt x="7931" y="2948"/>
                  </a:cubicBezTo>
                  <a:cubicBezTo>
                    <a:pt x="7350" y="1987"/>
                    <a:pt x="6941" y="1317"/>
                    <a:pt x="6941" y="1317"/>
                  </a:cubicBezTo>
                  <a:cubicBezTo>
                    <a:pt x="6941" y="1317"/>
                    <a:pt x="4094" y="0"/>
                    <a:pt x="1741" y="0"/>
                  </a:cubicBezTo>
                  <a:close/>
                </a:path>
              </a:pathLst>
            </a:custGeom>
            <a:solidFill>
              <a:srgbClr val="FAA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47;p49">
              <a:extLst>
                <a:ext uri="{FF2B5EF4-FFF2-40B4-BE49-F238E27FC236}">
                  <a16:creationId xmlns:a16="http://schemas.microsoft.com/office/drawing/2014/main" id="{4A6EAF68-B492-25CA-DDE1-C39BDE0F3752}"/>
                </a:ext>
              </a:extLst>
            </p:cNvPr>
            <p:cNvSpPr/>
            <p:nvPr/>
          </p:nvSpPr>
          <p:spPr>
            <a:xfrm flipH="1">
              <a:off x="9050594" y="2610220"/>
              <a:ext cx="315447" cy="314119"/>
            </a:xfrm>
            <a:custGeom>
              <a:avLst/>
              <a:gdLst/>
              <a:ahLst/>
              <a:cxnLst/>
              <a:rect l="l" t="t" r="r" b="b"/>
              <a:pathLst>
                <a:path w="4513" h="4494" extrusionOk="0">
                  <a:moveTo>
                    <a:pt x="3742" y="1"/>
                  </a:moveTo>
                  <a:lnTo>
                    <a:pt x="3058" y="164"/>
                  </a:lnTo>
                  <a:lnTo>
                    <a:pt x="2751" y="236"/>
                  </a:lnTo>
                  <a:lnTo>
                    <a:pt x="0" y="886"/>
                  </a:lnTo>
                  <a:lnTo>
                    <a:pt x="1823" y="3682"/>
                  </a:lnTo>
                  <a:lnTo>
                    <a:pt x="1933" y="3856"/>
                  </a:lnTo>
                  <a:cubicBezTo>
                    <a:pt x="2064" y="4056"/>
                    <a:pt x="2240" y="4215"/>
                    <a:pt x="2438" y="4324"/>
                  </a:cubicBezTo>
                  <a:cubicBezTo>
                    <a:pt x="2642" y="4434"/>
                    <a:pt x="2872" y="4493"/>
                    <a:pt x="3105" y="4493"/>
                  </a:cubicBezTo>
                  <a:cubicBezTo>
                    <a:pt x="3279" y="4493"/>
                    <a:pt x="3454" y="4461"/>
                    <a:pt x="3623" y="4393"/>
                  </a:cubicBezTo>
                  <a:cubicBezTo>
                    <a:pt x="3860" y="4300"/>
                    <a:pt x="4058" y="4150"/>
                    <a:pt x="4208" y="3958"/>
                  </a:cubicBezTo>
                  <a:cubicBezTo>
                    <a:pt x="4382" y="3736"/>
                    <a:pt x="4488" y="3465"/>
                    <a:pt x="4503" y="3175"/>
                  </a:cubicBezTo>
                  <a:cubicBezTo>
                    <a:pt x="4512" y="3032"/>
                    <a:pt x="4499" y="2882"/>
                    <a:pt x="4462" y="2736"/>
                  </a:cubicBezTo>
                  <a:lnTo>
                    <a:pt x="4177" y="1658"/>
                  </a:lnTo>
                  <a:lnTo>
                    <a:pt x="3742" y="1"/>
                  </a:lnTo>
                  <a:close/>
                </a:path>
              </a:pathLst>
            </a:custGeom>
            <a:solidFill>
              <a:srgbClr val="FAA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48;p49">
              <a:extLst>
                <a:ext uri="{FF2B5EF4-FFF2-40B4-BE49-F238E27FC236}">
                  <a16:creationId xmlns:a16="http://schemas.microsoft.com/office/drawing/2014/main" id="{B71A5571-2361-D94E-A65F-5E4A0216E591}"/>
                </a:ext>
              </a:extLst>
            </p:cNvPr>
            <p:cNvSpPr/>
            <p:nvPr/>
          </p:nvSpPr>
          <p:spPr>
            <a:xfrm flipH="1">
              <a:off x="8841817" y="2077740"/>
              <a:ext cx="1460718" cy="838351"/>
            </a:xfrm>
            <a:custGeom>
              <a:avLst/>
              <a:gdLst/>
              <a:ahLst/>
              <a:cxnLst/>
              <a:rect l="l" t="t" r="r" b="b"/>
              <a:pathLst>
                <a:path w="20898" h="11994" extrusionOk="0">
                  <a:moveTo>
                    <a:pt x="13295" y="0"/>
                  </a:moveTo>
                  <a:cubicBezTo>
                    <a:pt x="13041" y="0"/>
                    <a:pt x="12820" y="28"/>
                    <a:pt x="12646" y="89"/>
                  </a:cubicBezTo>
                  <a:lnTo>
                    <a:pt x="6843" y="3101"/>
                  </a:lnTo>
                  <a:lnTo>
                    <a:pt x="6841" y="3101"/>
                  </a:lnTo>
                  <a:lnTo>
                    <a:pt x="5119" y="3507"/>
                  </a:lnTo>
                  <a:lnTo>
                    <a:pt x="3827" y="3812"/>
                  </a:lnTo>
                  <a:lnTo>
                    <a:pt x="2477" y="4134"/>
                  </a:lnTo>
                  <a:lnTo>
                    <a:pt x="1749" y="4303"/>
                  </a:lnTo>
                  <a:lnTo>
                    <a:pt x="451" y="4610"/>
                  </a:lnTo>
                  <a:lnTo>
                    <a:pt x="1" y="5445"/>
                  </a:lnTo>
                  <a:lnTo>
                    <a:pt x="1" y="8130"/>
                  </a:lnTo>
                  <a:lnTo>
                    <a:pt x="944" y="7893"/>
                  </a:lnTo>
                  <a:lnTo>
                    <a:pt x="2538" y="7495"/>
                  </a:lnTo>
                  <a:lnTo>
                    <a:pt x="3016" y="7375"/>
                  </a:lnTo>
                  <a:lnTo>
                    <a:pt x="4658" y="6965"/>
                  </a:lnTo>
                  <a:lnTo>
                    <a:pt x="5580" y="6734"/>
                  </a:lnTo>
                  <a:lnTo>
                    <a:pt x="14827" y="4414"/>
                  </a:lnTo>
                  <a:lnTo>
                    <a:pt x="16027" y="6919"/>
                  </a:lnTo>
                  <a:lnTo>
                    <a:pt x="16436" y="7767"/>
                  </a:lnTo>
                  <a:lnTo>
                    <a:pt x="16964" y="8871"/>
                  </a:lnTo>
                  <a:lnTo>
                    <a:pt x="17306" y="9578"/>
                  </a:lnTo>
                  <a:lnTo>
                    <a:pt x="17882" y="10778"/>
                  </a:lnTo>
                  <a:lnTo>
                    <a:pt x="18056" y="11141"/>
                  </a:lnTo>
                  <a:cubicBezTo>
                    <a:pt x="18415" y="11612"/>
                    <a:pt x="18849" y="11993"/>
                    <a:pt x="19347" y="11993"/>
                  </a:cubicBezTo>
                  <a:cubicBezTo>
                    <a:pt x="19394" y="11993"/>
                    <a:pt x="19442" y="11990"/>
                    <a:pt x="19491" y="11983"/>
                  </a:cubicBezTo>
                  <a:lnTo>
                    <a:pt x="19797" y="11915"/>
                  </a:lnTo>
                  <a:cubicBezTo>
                    <a:pt x="20265" y="11813"/>
                    <a:pt x="20632" y="11485"/>
                    <a:pt x="20791" y="11063"/>
                  </a:cubicBezTo>
                  <a:cubicBezTo>
                    <a:pt x="20865" y="10865"/>
                    <a:pt x="20898" y="10641"/>
                    <a:pt x="20872" y="10417"/>
                  </a:cubicBezTo>
                  <a:lnTo>
                    <a:pt x="20774" y="9887"/>
                  </a:lnTo>
                  <a:lnTo>
                    <a:pt x="20493" y="8384"/>
                  </a:lnTo>
                  <a:lnTo>
                    <a:pt x="20454" y="8171"/>
                  </a:lnTo>
                  <a:lnTo>
                    <a:pt x="20317" y="7428"/>
                  </a:lnTo>
                  <a:lnTo>
                    <a:pt x="20295" y="7308"/>
                  </a:lnTo>
                  <a:lnTo>
                    <a:pt x="20245" y="7043"/>
                  </a:lnTo>
                  <a:lnTo>
                    <a:pt x="20132" y="6427"/>
                  </a:lnTo>
                  <a:lnTo>
                    <a:pt x="20045" y="5956"/>
                  </a:lnTo>
                  <a:lnTo>
                    <a:pt x="19984" y="5634"/>
                  </a:lnTo>
                  <a:lnTo>
                    <a:pt x="19976" y="5586"/>
                  </a:lnTo>
                  <a:lnTo>
                    <a:pt x="19839" y="4840"/>
                  </a:lnTo>
                  <a:lnTo>
                    <a:pt x="19682" y="4016"/>
                  </a:lnTo>
                  <a:lnTo>
                    <a:pt x="19595" y="3557"/>
                  </a:lnTo>
                  <a:lnTo>
                    <a:pt x="19528" y="3192"/>
                  </a:lnTo>
                  <a:lnTo>
                    <a:pt x="19450" y="2777"/>
                  </a:lnTo>
                  <a:cubicBezTo>
                    <a:pt x="19432" y="2627"/>
                    <a:pt x="19395" y="2485"/>
                    <a:pt x="19339" y="2351"/>
                  </a:cubicBezTo>
                  <a:cubicBezTo>
                    <a:pt x="19286" y="2225"/>
                    <a:pt x="19219" y="2107"/>
                    <a:pt x="19136" y="2003"/>
                  </a:cubicBezTo>
                  <a:cubicBezTo>
                    <a:pt x="18993" y="1814"/>
                    <a:pt x="18806" y="1657"/>
                    <a:pt x="18589" y="1546"/>
                  </a:cubicBezTo>
                  <a:cubicBezTo>
                    <a:pt x="18495" y="1498"/>
                    <a:pt x="18397" y="1451"/>
                    <a:pt x="18291" y="1405"/>
                  </a:cubicBezTo>
                  <a:cubicBezTo>
                    <a:pt x="18249" y="1385"/>
                    <a:pt x="18208" y="1366"/>
                    <a:pt x="18167" y="1346"/>
                  </a:cubicBezTo>
                  <a:cubicBezTo>
                    <a:pt x="18125" y="1329"/>
                    <a:pt x="18080" y="1309"/>
                    <a:pt x="18036" y="1290"/>
                  </a:cubicBezTo>
                  <a:cubicBezTo>
                    <a:pt x="17993" y="1270"/>
                    <a:pt x="17947" y="1248"/>
                    <a:pt x="17899" y="1231"/>
                  </a:cubicBezTo>
                  <a:cubicBezTo>
                    <a:pt x="17854" y="1211"/>
                    <a:pt x="17808" y="1190"/>
                    <a:pt x="17762" y="1170"/>
                  </a:cubicBezTo>
                  <a:cubicBezTo>
                    <a:pt x="17756" y="1168"/>
                    <a:pt x="17751" y="1166"/>
                    <a:pt x="17747" y="1166"/>
                  </a:cubicBezTo>
                  <a:cubicBezTo>
                    <a:pt x="17693" y="1144"/>
                    <a:pt x="17638" y="1118"/>
                    <a:pt x="17582" y="1096"/>
                  </a:cubicBezTo>
                  <a:cubicBezTo>
                    <a:pt x="17523" y="1072"/>
                    <a:pt x="17460" y="1048"/>
                    <a:pt x="17397" y="1024"/>
                  </a:cubicBezTo>
                  <a:cubicBezTo>
                    <a:pt x="16075" y="502"/>
                    <a:pt x="14378" y="0"/>
                    <a:pt x="13295" y="0"/>
                  </a:cubicBezTo>
                  <a:close/>
                </a:path>
              </a:pathLst>
            </a:custGeom>
            <a:solidFill>
              <a:srgbClr val="FCCB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49;p49">
              <a:extLst>
                <a:ext uri="{FF2B5EF4-FFF2-40B4-BE49-F238E27FC236}">
                  <a16:creationId xmlns:a16="http://schemas.microsoft.com/office/drawing/2014/main" id="{EAF35849-C9EB-B85E-D260-7BEF3A832E1C}"/>
                </a:ext>
              </a:extLst>
            </p:cNvPr>
            <p:cNvSpPr/>
            <p:nvPr/>
          </p:nvSpPr>
          <p:spPr>
            <a:xfrm flipH="1">
              <a:off x="9132164" y="2251296"/>
              <a:ext cx="108621" cy="140144"/>
            </a:xfrm>
            <a:custGeom>
              <a:avLst/>
              <a:gdLst/>
              <a:ahLst/>
              <a:cxnLst/>
              <a:rect l="l" t="t" r="r" b="b"/>
              <a:pathLst>
                <a:path w="1554" h="2005" extrusionOk="0">
                  <a:moveTo>
                    <a:pt x="337" y="0"/>
                  </a:moveTo>
                  <a:lnTo>
                    <a:pt x="337" y="0"/>
                  </a:lnTo>
                  <a:cubicBezTo>
                    <a:pt x="337" y="0"/>
                    <a:pt x="0" y="1294"/>
                    <a:pt x="859" y="1816"/>
                  </a:cubicBezTo>
                  <a:cubicBezTo>
                    <a:pt x="1086" y="1954"/>
                    <a:pt x="1228" y="2005"/>
                    <a:pt x="1314" y="2005"/>
                  </a:cubicBezTo>
                  <a:cubicBezTo>
                    <a:pt x="1553" y="2005"/>
                    <a:pt x="1359" y="1611"/>
                    <a:pt x="1359" y="1611"/>
                  </a:cubicBezTo>
                  <a:cubicBezTo>
                    <a:pt x="1359" y="1611"/>
                    <a:pt x="592" y="1227"/>
                    <a:pt x="337" y="0"/>
                  </a:cubicBezTo>
                  <a:close/>
                </a:path>
              </a:pathLst>
            </a:custGeom>
            <a:solidFill>
              <a:srgbClr val="FAA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50;p49">
              <a:extLst>
                <a:ext uri="{FF2B5EF4-FFF2-40B4-BE49-F238E27FC236}">
                  <a16:creationId xmlns:a16="http://schemas.microsoft.com/office/drawing/2014/main" id="{F58B591F-9681-A01C-4C77-E733DAF1DEAA}"/>
                </a:ext>
              </a:extLst>
            </p:cNvPr>
            <p:cNvSpPr/>
            <p:nvPr/>
          </p:nvSpPr>
          <p:spPr>
            <a:xfrm flipH="1">
              <a:off x="8839852" y="2479581"/>
              <a:ext cx="257502" cy="372833"/>
            </a:xfrm>
            <a:custGeom>
              <a:avLst/>
              <a:gdLst/>
              <a:ahLst/>
              <a:cxnLst/>
              <a:rect l="l" t="t" r="r" b="b"/>
              <a:pathLst>
                <a:path w="3684" h="5334" extrusionOk="0">
                  <a:moveTo>
                    <a:pt x="1092" y="0"/>
                  </a:moveTo>
                  <a:lnTo>
                    <a:pt x="1" y="359"/>
                  </a:lnTo>
                  <a:lnTo>
                    <a:pt x="3575" y="5334"/>
                  </a:lnTo>
                  <a:cubicBezTo>
                    <a:pt x="3653" y="5131"/>
                    <a:pt x="3684" y="4912"/>
                    <a:pt x="3658" y="4684"/>
                  </a:cubicBezTo>
                  <a:lnTo>
                    <a:pt x="3277" y="2651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F39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51;p49">
              <a:extLst>
                <a:ext uri="{FF2B5EF4-FFF2-40B4-BE49-F238E27FC236}">
                  <a16:creationId xmlns:a16="http://schemas.microsoft.com/office/drawing/2014/main" id="{1992A52B-4445-E2F7-D4BB-9D815104BD35}"/>
                </a:ext>
              </a:extLst>
            </p:cNvPr>
            <p:cNvSpPr/>
            <p:nvPr/>
          </p:nvSpPr>
          <p:spPr>
            <a:xfrm flipH="1">
              <a:off x="7940131" y="1883984"/>
              <a:ext cx="1210275" cy="1186161"/>
            </a:xfrm>
            <a:custGeom>
              <a:avLst/>
              <a:gdLst/>
              <a:ahLst/>
              <a:cxnLst/>
              <a:rect l="l" t="t" r="r" b="b"/>
              <a:pathLst>
                <a:path w="17315" h="16970" extrusionOk="0">
                  <a:moveTo>
                    <a:pt x="12949" y="1"/>
                  </a:moveTo>
                  <a:cubicBezTo>
                    <a:pt x="12931" y="1"/>
                    <a:pt x="12913" y="3"/>
                    <a:pt x="12894" y="9"/>
                  </a:cubicBezTo>
                  <a:lnTo>
                    <a:pt x="9439" y="1031"/>
                  </a:lnTo>
                  <a:lnTo>
                    <a:pt x="9015" y="1157"/>
                  </a:lnTo>
                  <a:lnTo>
                    <a:pt x="5421" y="2231"/>
                  </a:lnTo>
                  <a:cubicBezTo>
                    <a:pt x="3319" y="2853"/>
                    <a:pt x="1695" y="4312"/>
                    <a:pt x="797" y="6138"/>
                  </a:cubicBezTo>
                  <a:cubicBezTo>
                    <a:pt x="618" y="6503"/>
                    <a:pt x="468" y="6880"/>
                    <a:pt x="349" y="7271"/>
                  </a:cubicBezTo>
                  <a:cubicBezTo>
                    <a:pt x="264" y="7549"/>
                    <a:pt x="196" y="7832"/>
                    <a:pt x="144" y="8117"/>
                  </a:cubicBezTo>
                  <a:cubicBezTo>
                    <a:pt x="42" y="8682"/>
                    <a:pt x="1" y="9267"/>
                    <a:pt x="33" y="9856"/>
                  </a:cubicBezTo>
                  <a:cubicBezTo>
                    <a:pt x="64" y="10432"/>
                    <a:pt x="164" y="11015"/>
                    <a:pt x="333" y="11591"/>
                  </a:cubicBezTo>
                  <a:cubicBezTo>
                    <a:pt x="383" y="11770"/>
                    <a:pt x="444" y="11943"/>
                    <a:pt x="510" y="12115"/>
                  </a:cubicBezTo>
                  <a:cubicBezTo>
                    <a:pt x="525" y="12157"/>
                    <a:pt x="542" y="12196"/>
                    <a:pt x="555" y="12237"/>
                  </a:cubicBezTo>
                  <a:cubicBezTo>
                    <a:pt x="555" y="12239"/>
                    <a:pt x="555" y="12243"/>
                    <a:pt x="557" y="12246"/>
                  </a:cubicBezTo>
                  <a:cubicBezTo>
                    <a:pt x="579" y="12298"/>
                    <a:pt x="599" y="12348"/>
                    <a:pt x="623" y="12400"/>
                  </a:cubicBezTo>
                  <a:cubicBezTo>
                    <a:pt x="1820" y="15198"/>
                    <a:pt x="4634" y="16970"/>
                    <a:pt x="7617" y="16970"/>
                  </a:cubicBezTo>
                  <a:cubicBezTo>
                    <a:pt x="8275" y="16970"/>
                    <a:pt x="8941" y="16883"/>
                    <a:pt x="9600" y="16703"/>
                  </a:cubicBezTo>
                  <a:lnTo>
                    <a:pt x="9689" y="16677"/>
                  </a:lnTo>
                  <a:lnTo>
                    <a:pt x="13292" y="15611"/>
                  </a:lnTo>
                  <a:lnTo>
                    <a:pt x="13716" y="15488"/>
                  </a:lnTo>
                  <a:lnTo>
                    <a:pt x="17169" y="14466"/>
                  </a:lnTo>
                  <a:cubicBezTo>
                    <a:pt x="17197" y="14457"/>
                    <a:pt x="17219" y="14444"/>
                    <a:pt x="17241" y="14429"/>
                  </a:cubicBezTo>
                  <a:cubicBezTo>
                    <a:pt x="17280" y="14394"/>
                    <a:pt x="17308" y="14346"/>
                    <a:pt x="17315" y="14294"/>
                  </a:cubicBezTo>
                  <a:lnTo>
                    <a:pt x="17315" y="14257"/>
                  </a:lnTo>
                  <a:cubicBezTo>
                    <a:pt x="17315" y="14242"/>
                    <a:pt x="17310" y="14229"/>
                    <a:pt x="17306" y="14216"/>
                  </a:cubicBezTo>
                  <a:lnTo>
                    <a:pt x="16356" y="11008"/>
                  </a:lnTo>
                  <a:lnTo>
                    <a:pt x="16278" y="10739"/>
                  </a:lnTo>
                  <a:cubicBezTo>
                    <a:pt x="16251" y="10652"/>
                    <a:pt x="16172" y="10595"/>
                    <a:pt x="16086" y="10595"/>
                  </a:cubicBezTo>
                  <a:cubicBezTo>
                    <a:pt x="16067" y="10595"/>
                    <a:pt x="16047" y="10598"/>
                    <a:pt x="16028" y="10604"/>
                  </a:cubicBezTo>
                  <a:lnTo>
                    <a:pt x="12573" y="11626"/>
                  </a:lnTo>
                  <a:lnTo>
                    <a:pt x="12151" y="11750"/>
                  </a:lnTo>
                  <a:lnTo>
                    <a:pt x="8591" y="12802"/>
                  </a:lnTo>
                  <a:cubicBezTo>
                    <a:pt x="8563" y="12811"/>
                    <a:pt x="8528" y="12818"/>
                    <a:pt x="8500" y="12826"/>
                  </a:cubicBezTo>
                  <a:cubicBezTo>
                    <a:pt x="8437" y="12844"/>
                    <a:pt x="8374" y="12859"/>
                    <a:pt x="8311" y="12870"/>
                  </a:cubicBezTo>
                  <a:cubicBezTo>
                    <a:pt x="8287" y="12876"/>
                    <a:pt x="8263" y="12881"/>
                    <a:pt x="8239" y="12883"/>
                  </a:cubicBezTo>
                  <a:lnTo>
                    <a:pt x="8148" y="12900"/>
                  </a:lnTo>
                  <a:cubicBezTo>
                    <a:pt x="8120" y="12904"/>
                    <a:pt x="8089" y="12909"/>
                    <a:pt x="8059" y="12913"/>
                  </a:cubicBezTo>
                  <a:cubicBezTo>
                    <a:pt x="8028" y="12920"/>
                    <a:pt x="8000" y="12922"/>
                    <a:pt x="7972" y="12924"/>
                  </a:cubicBezTo>
                  <a:lnTo>
                    <a:pt x="7883" y="12933"/>
                  </a:lnTo>
                  <a:cubicBezTo>
                    <a:pt x="7852" y="12935"/>
                    <a:pt x="7822" y="12937"/>
                    <a:pt x="7796" y="12937"/>
                  </a:cubicBezTo>
                  <a:cubicBezTo>
                    <a:pt x="7765" y="12941"/>
                    <a:pt x="7735" y="12944"/>
                    <a:pt x="7707" y="12944"/>
                  </a:cubicBezTo>
                  <a:cubicBezTo>
                    <a:pt x="7646" y="12946"/>
                    <a:pt x="7589" y="12946"/>
                    <a:pt x="7528" y="12946"/>
                  </a:cubicBezTo>
                  <a:cubicBezTo>
                    <a:pt x="7500" y="12946"/>
                    <a:pt x="7470" y="12946"/>
                    <a:pt x="7441" y="12944"/>
                  </a:cubicBezTo>
                  <a:cubicBezTo>
                    <a:pt x="7415" y="12944"/>
                    <a:pt x="7385" y="12941"/>
                    <a:pt x="7359" y="12937"/>
                  </a:cubicBezTo>
                  <a:cubicBezTo>
                    <a:pt x="7328" y="12935"/>
                    <a:pt x="7298" y="12935"/>
                    <a:pt x="7267" y="12933"/>
                  </a:cubicBezTo>
                  <a:cubicBezTo>
                    <a:pt x="7152" y="12924"/>
                    <a:pt x="7037" y="12909"/>
                    <a:pt x="6926" y="12887"/>
                  </a:cubicBezTo>
                  <a:cubicBezTo>
                    <a:pt x="6895" y="12881"/>
                    <a:pt x="6869" y="12876"/>
                    <a:pt x="6841" y="12870"/>
                  </a:cubicBezTo>
                  <a:cubicBezTo>
                    <a:pt x="6785" y="12859"/>
                    <a:pt x="6730" y="12846"/>
                    <a:pt x="6674" y="12833"/>
                  </a:cubicBezTo>
                  <a:cubicBezTo>
                    <a:pt x="6672" y="12833"/>
                    <a:pt x="6665" y="12828"/>
                    <a:pt x="6663" y="12828"/>
                  </a:cubicBezTo>
                  <a:cubicBezTo>
                    <a:pt x="6611" y="12815"/>
                    <a:pt x="6558" y="12800"/>
                    <a:pt x="6511" y="12783"/>
                  </a:cubicBezTo>
                  <a:cubicBezTo>
                    <a:pt x="6482" y="12774"/>
                    <a:pt x="6456" y="12768"/>
                    <a:pt x="6428" y="12757"/>
                  </a:cubicBezTo>
                  <a:cubicBezTo>
                    <a:pt x="6426" y="12752"/>
                    <a:pt x="6424" y="12752"/>
                    <a:pt x="6421" y="12752"/>
                  </a:cubicBezTo>
                  <a:cubicBezTo>
                    <a:pt x="6369" y="12737"/>
                    <a:pt x="6319" y="12717"/>
                    <a:pt x="6269" y="12696"/>
                  </a:cubicBezTo>
                  <a:cubicBezTo>
                    <a:pt x="6134" y="12641"/>
                    <a:pt x="6004" y="12583"/>
                    <a:pt x="5880" y="12517"/>
                  </a:cubicBezTo>
                  <a:cubicBezTo>
                    <a:pt x="5850" y="12500"/>
                    <a:pt x="5824" y="12485"/>
                    <a:pt x="5793" y="12467"/>
                  </a:cubicBezTo>
                  <a:cubicBezTo>
                    <a:pt x="5763" y="12452"/>
                    <a:pt x="5737" y="12435"/>
                    <a:pt x="5706" y="12415"/>
                  </a:cubicBezTo>
                  <a:cubicBezTo>
                    <a:pt x="5687" y="12402"/>
                    <a:pt x="5667" y="12391"/>
                    <a:pt x="5650" y="12378"/>
                  </a:cubicBezTo>
                  <a:lnTo>
                    <a:pt x="5600" y="12346"/>
                  </a:lnTo>
                  <a:cubicBezTo>
                    <a:pt x="5552" y="12313"/>
                    <a:pt x="5502" y="12280"/>
                    <a:pt x="5456" y="12246"/>
                  </a:cubicBezTo>
                  <a:cubicBezTo>
                    <a:pt x="5428" y="12226"/>
                    <a:pt x="5402" y="12204"/>
                    <a:pt x="5378" y="12185"/>
                  </a:cubicBezTo>
                  <a:cubicBezTo>
                    <a:pt x="5352" y="12165"/>
                    <a:pt x="5328" y="12148"/>
                    <a:pt x="5304" y="12126"/>
                  </a:cubicBezTo>
                  <a:lnTo>
                    <a:pt x="5247" y="12076"/>
                  </a:lnTo>
                  <a:cubicBezTo>
                    <a:pt x="5230" y="12063"/>
                    <a:pt x="5217" y="12050"/>
                    <a:pt x="5204" y="12035"/>
                  </a:cubicBezTo>
                  <a:cubicBezTo>
                    <a:pt x="5182" y="12017"/>
                    <a:pt x="5163" y="11998"/>
                    <a:pt x="5141" y="11978"/>
                  </a:cubicBezTo>
                  <a:cubicBezTo>
                    <a:pt x="5119" y="11956"/>
                    <a:pt x="5097" y="11937"/>
                    <a:pt x="5076" y="11915"/>
                  </a:cubicBezTo>
                  <a:cubicBezTo>
                    <a:pt x="5032" y="11872"/>
                    <a:pt x="4986" y="11826"/>
                    <a:pt x="4945" y="11778"/>
                  </a:cubicBezTo>
                  <a:cubicBezTo>
                    <a:pt x="4932" y="11763"/>
                    <a:pt x="4921" y="11750"/>
                    <a:pt x="4910" y="11737"/>
                  </a:cubicBezTo>
                  <a:cubicBezTo>
                    <a:pt x="4891" y="11717"/>
                    <a:pt x="4873" y="11696"/>
                    <a:pt x="4858" y="11674"/>
                  </a:cubicBezTo>
                  <a:lnTo>
                    <a:pt x="4858" y="11672"/>
                  </a:lnTo>
                  <a:cubicBezTo>
                    <a:pt x="4819" y="11626"/>
                    <a:pt x="4782" y="11578"/>
                    <a:pt x="4747" y="11530"/>
                  </a:cubicBezTo>
                  <a:cubicBezTo>
                    <a:pt x="4726" y="11502"/>
                    <a:pt x="4706" y="11476"/>
                    <a:pt x="4686" y="11446"/>
                  </a:cubicBezTo>
                  <a:cubicBezTo>
                    <a:pt x="4645" y="11389"/>
                    <a:pt x="4608" y="11330"/>
                    <a:pt x="4569" y="11267"/>
                  </a:cubicBezTo>
                  <a:cubicBezTo>
                    <a:pt x="4532" y="11206"/>
                    <a:pt x="4497" y="11145"/>
                    <a:pt x="4465" y="11082"/>
                  </a:cubicBezTo>
                  <a:cubicBezTo>
                    <a:pt x="4456" y="11069"/>
                    <a:pt x="4449" y="11059"/>
                    <a:pt x="4445" y="11048"/>
                  </a:cubicBezTo>
                  <a:cubicBezTo>
                    <a:pt x="4443" y="11043"/>
                    <a:pt x="4439" y="11039"/>
                    <a:pt x="4439" y="11032"/>
                  </a:cubicBezTo>
                  <a:cubicBezTo>
                    <a:pt x="4425" y="11008"/>
                    <a:pt x="4415" y="10985"/>
                    <a:pt x="4402" y="10956"/>
                  </a:cubicBezTo>
                  <a:lnTo>
                    <a:pt x="4402" y="10954"/>
                  </a:lnTo>
                  <a:cubicBezTo>
                    <a:pt x="4393" y="10939"/>
                    <a:pt x="4384" y="10922"/>
                    <a:pt x="4378" y="10902"/>
                  </a:cubicBezTo>
                  <a:cubicBezTo>
                    <a:pt x="4356" y="10856"/>
                    <a:pt x="4336" y="10811"/>
                    <a:pt x="4317" y="10765"/>
                  </a:cubicBezTo>
                  <a:cubicBezTo>
                    <a:pt x="4308" y="10748"/>
                    <a:pt x="4304" y="10728"/>
                    <a:pt x="4297" y="10713"/>
                  </a:cubicBezTo>
                  <a:cubicBezTo>
                    <a:pt x="4284" y="10678"/>
                    <a:pt x="4271" y="10639"/>
                    <a:pt x="4256" y="10604"/>
                  </a:cubicBezTo>
                  <a:cubicBezTo>
                    <a:pt x="4254" y="10595"/>
                    <a:pt x="4252" y="10587"/>
                    <a:pt x="4249" y="10582"/>
                  </a:cubicBezTo>
                  <a:cubicBezTo>
                    <a:pt x="4249" y="10576"/>
                    <a:pt x="4247" y="10574"/>
                    <a:pt x="4247" y="10571"/>
                  </a:cubicBezTo>
                  <a:cubicBezTo>
                    <a:pt x="4241" y="10558"/>
                    <a:pt x="4239" y="10543"/>
                    <a:pt x="4232" y="10530"/>
                  </a:cubicBezTo>
                  <a:cubicBezTo>
                    <a:pt x="4232" y="10528"/>
                    <a:pt x="4230" y="10528"/>
                    <a:pt x="4230" y="10526"/>
                  </a:cubicBezTo>
                  <a:cubicBezTo>
                    <a:pt x="4225" y="10511"/>
                    <a:pt x="4221" y="10500"/>
                    <a:pt x="4219" y="10487"/>
                  </a:cubicBezTo>
                  <a:lnTo>
                    <a:pt x="4210" y="10463"/>
                  </a:lnTo>
                  <a:lnTo>
                    <a:pt x="4204" y="10439"/>
                  </a:lnTo>
                  <a:cubicBezTo>
                    <a:pt x="4171" y="10330"/>
                    <a:pt x="4145" y="10221"/>
                    <a:pt x="4121" y="10113"/>
                  </a:cubicBezTo>
                  <a:cubicBezTo>
                    <a:pt x="4121" y="10108"/>
                    <a:pt x="4121" y="10106"/>
                    <a:pt x="4119" y="10104"/>
                  </a:cubicBezTo>
                  <a:cubicBezTo>
                    <a:pt x="4110" y="10069"/>
                    <a:pt x="4106" y="10030"/>
                    <a:pt x="4099" y="9993"/>
                  </a:cubicBezTo>
                  <a:lnTo>
                    <a:pt x="4099" y="9989"/>
                  </a:lnTo>
                  <a:cubicBezTo>
                    <a:pt x="4095" y="9952"/>
                    <a:pt x="4088" y="9917"/>
                    <a:pt x="4084" y="9880"/>
                  </a:cubicBezTo>
                  <a:cubicBezTo>
                    <a:pt x="4069" y="9769"/>
                    <a:pt x="4062" y="9658"/>
                    <a:pt x="4056" y="9547"/>
                  </a:cubicBezTo>
                  <a:cubicBezTo>
                    <a:pt x="4056" y="9510"/>
                    <a:pt x="4056" y="9473"/>
                    <a:pt x="4054" y="9439"/>
                  </a:cubicBezTo>
                  <a:cubicBezTo>
                    <a:pt x="4054" y="9400"/>
                    <a:pt x="4054" y="9365"/>
                    <a:pt x="4056" y="9330"/>
                  </a:cubicBezTo>
                  <a:lnTo>
                    <a:pt x="4056" y="9326"/>
                  </a:lnTo>
                  <a:cubicBezTo>
                    <a:pt x="4056" y="9291"/>
                    <a:pt x="4058" y="9256"/>
                    <a:pt x="4062" y="9221"/>
                  </a:cubicBezTo>
                  <a:cubicBezTo>
                    <a:pt x="4067" y="9134"/>
                    <a:pt x="4075" y="9043"/>
                    <a:pt x="4088" y="8956"/>
                  </a:cubicBezTo>
                  <a:cubicBezTo>
                    <a:pt x="4095" y="8910"/>
                    <a:pt x="4102" y="8862"/>
                    <a:pt x="4110" y="8815"/>
                  </a:cubicBezTo>
                  <a:cubicBezTo>
                    <a:pt x="4119" y="8769"/>
                    <a:pt x="4130" y="8723"/>
                    <a:pt x="4138" y="8678"/>
                  </a:cubicBezTo>
                  <a:cubicBezTo>
                    <a:pt x="4145" y="8639"/>
                    <a:pt x="4154" y="8604"/>
                    <a:pt x="4165" y="8565"/>
                  </a:cubicBezTo>
                  <a:cubicBezTo>
                    <a:pt x="4173" y="8538"/>
                    <a:pt x="4182" y="8510"/>
                    <a:pt x="4186" y="8484"/>
                  </a:cubicBezTo>
                  <a:lnTo>
                    <a:pt x="4210" y="8402"/>
                  </a:lnTo>
                  <a:cubicBezTo>
                    <a:pt x="4219" y="8375"/>
                    <a:pt x="4228" y="8347"/>
                    <a:pt x="4239" y="8321"/>
                  </a:cubicBezTo>
                  <a:cubicBezTo>
                    <a:pt x="4241" y="8310"/>
                    <a:pt x="4243" y="8299"/>
                    <a:pt x="4249" y="8291"/>
                  </a:cubicBezTo>
                  <a:cubicBezTo>
                    <a:pt x="4258" y="8267"/>
                    <a:pt x="4265" y="8245"/>
                    <a:pt x="4273" y="8221"/>
                  </a:cubicBezTo>
                  <a:cubicBezTo>
                    <a:pt x="4286" y="8182"/>
                    <a:pt x="4304" y="8145"/>
                    <a:pt x="4319" y="8106"/>
                  </a:cubicBezTo>
                  <a:cubicBezTo>
                    <a:pt x="4334" y="8073"/>
                    <a:pt x="4347" y="8038"/>
                    <a:pt x="4362" y="8006"/>
                  </a:cubicBezTo>
                  <a:cubicBezTo>
                    <a:pt x="4367" y="8004"/>
                    <a:pt x="4369" y="7997"/>
                    <a:pt x="4369" y="7993"/>
                  </a:cubicBezTo>
                  <a:cubicBezTo>
                    <a:pt x="4384" y="7956"/>
                    <a:pt x="4402" y="7921"/>
                    <a:pt x="4421" y="7886"/>
                  </a:cubicBezTo>
                  <a:cubicBezTo>
                    <a:pt x="4436" y="7851"/>
                    <a:pt x="4456" y="7814"/>
                    <a:pt x="4476" y="7780"/>
                  </a:cubicBezTo>
                  <a:cubicBezTo>
                    <a:pt x="4902" y="6988"/>
                    <a:pt x="5632" y="6362"/>
                    <a:pt x="6563" y="6086"/>
                  </a:cubicBezTo>
                  <a:lnTo>
                    <a:pt x="7132" y="5918"/>
                  </a:lnTo>
                  <a:lnTo>
                    <a:pt x="10161" y="5020"/>
                  </a:lnTo>
                  <a:lnTo>
                    <a:pt x="10585" y="4897"/>
                  </a:lnTo>
                  <a:lnTo>
                    <a:pt x="14038" y="3875"/>
                  </a:lnTo>
                  <a:cubicBezTo>
                    <a:pt x="14071" y="3864"/>
                    <a:pt x="14101" y="3846"/>
                    <a:pt x="14123" y="3822"/>
                  </a:cubicBezTo>
                  <a:cubicBezTo>
                    <a:pt x="14164" y="3781"/>
                    <a:pt x="14186" y="3722"/>
                    <a:pt x="14184" y="3662"/>
                  </a:cubicBezTo>
                  <a:cubicBezTo>
                    <a:pt x="14184" y="3649"/>
                    <a:pt x="14179" y="3635"/>
                    <a:pt x="14175" y="3622"/>
                  </a:cubicBezTo>
                  <a:lnTo>
                    <a:pt x="14092" y="3351"/>
                  </a:lnTo>
                  <a:lnTo>
                    <a:pt x="13144" y="146"/>
                  </a:lnTo>
                  <a:cubicBezTo>
                    <a:pt x="13142" y="139"/>
                    <a:pt x="13142" y="133"/>
                    <a:pt x="13136" y="126"/>
                  </a:cubicBezTo>
                  <a:cubicBezTo>
                    <a:pt x="13134" y="122"/>
                    <a:pt x="13131" y="113"/>
                    <a:pt x="13129" y="107"/>
                  </a:cubicBezTo>
                  <a:cubicBezTo>
                    <a:pt x="13123" y="96"/>
                    <a:pt x="13114" y="85"/>
                    <a:pt x="13107" y="74"/>
                  </a:cubicBezTo>
                  <a:cubicBezTo>
                    <a:pt x="13067" y="29"/>
                    <a:pt x="13009" y="1"/>
                    <a:pt x="12949" y="1"/>
                  </a:cubicBezTo>
                  <a:close/>
                </a:path>
              </a:pathLst>
            </a:custGeom>
            <a:solidFill>
              <a:srgbClr val="9599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52;p49">
              <a:extLst>
                <a:ext uri="{FF2B5EF4-FFF2-40B4-BE49-F238E27FC236}">
                  <a16:creationId xmlns:a16="http://schemas.microsoft.com/office/drawing/2014/main" id="{5586941E-0A42-10F7-DC68-49FCD512AACF}"/>
                </a:ext>
              </a:extLst>
            </p:cNvPr>
            <p:cNvSpPr/>
            <p:nvPr/>
          </p:nvSpPr>
          <p:spPr>
            <a:xfrm flipH="1">
              <a:off x="8157159" y="1884683"/>
              <a:ext cx="333201" cy="342218"/>
            </a:xfrm>
            <a:custGeom>
              <a:avLst/>
              <a:gdLst/>
              <a:ahLst/>
              <a:cxnLst/>
              <a:rect l="l" t="t" r="r" b="b"/>
              <a:pathLst>
                <a:path w="4767" h="4896" extrusionOk="0">
                  <a:moveTo>
                    <a:pt x="3511" y="1"/>
                  </a:moveTo>
                  <a:cubicBezTo>
                    <a:pt x="3492" y="1"/>
                    <a:pt x="3473" y="4"/>
                    <a:pt x="3454" y="10"/>
                  </a:cubicBezTo>
                  <a:lnTo>
                    <a:pt x="1" y="1032"/>
                  </a:lnTo>
                  <a:lnTo>
                    <a:pt x="1144" y="4895"/>
                  </a:lnTo>
                  <a:lnTo>
                    <a:pt x="4599" y="3873"/>
                  </a:lnTo>
                  <a:cubicBezTo>
                    <a:pt x="4704" y="3841"/>
                    <a:pt x="4767" y="3728"/>
                    <a:pt x="4732" y="3621"/>
                  </a:cubicBezTo>
                  <a:lnTo>
                    <a:pt x="3704" y="147"/>
                  </a:lnTo>
                  <a:cubicBezTo>
                    <a:pt x="3677" y="59"/>
                    <a:pt x="3597" y="1"/>
                    <a:pt x="3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53;p49">
              <a:extLst>
                <a:ext uri="{FF2B5EF4-FFF2-40B4-BE49-F238E27FC236}">
                  <a16:creationId xmlns:a16="http://schemas.microsoft.com/office/drawing/2014/main" id="{0F591DF4-5DCF-446E-8C20-6A62A8E2C965}"/>
                </a:ext>
              </a:extLst>
            </p:cNvPr>
            <p:cNvSpPr/>
            <p:nvPr/>
          </p:nvSpPr>
          <p:spPr>
            <a:xfrm flipH="1">
              <a:off x="7938448" y="2624059"/>
              <a:ext cx="333062" cy="342078"/>
            </a:xfrm>
            <a:custGeom>
              <a:avLst/>
              <a:gdLst/>
              <a:ahLst/>
              <a:cxnLst/>
              <a:rect l="l" t="t" r="r" b="b"/>
              <a:pathLst>
                <a:path w="4765" h="4894" extrusionOk="0">
                  <a:moveTo>
                    <a:pt x="3511" y="1"/>
                  </a:moveTo>
                  <a:cubicBezTo>
                    <a:pt x="3492" y="1"/>
                    <a:pt x="3473" y="4"/>
                    <a:pt x="3454" y="10"/>
                  </a:cubicBezTo>
                  <a:lnTo>
                    <a:pt x="1" y="1031"/>
                  </a:lnTo>
                  <a:lnTo>
                    <a:pt x="1144" y="4893"/>
                  </a:lnTo>
                  <a:lnTo>
                    <a:pt x="4599" y="3873"/>
                  </a:lnTo>
                  <a:cubicBezTo>
                    <a:pt x="4704" y="3843"/>
                    <a:pt x="4765" y="3732"/>
                    <a:pt x="4732" y="3623"/>
                  </a:cubicBezTo>
                  <a:lnTo>
                    <a:pt x="3704" y="147"/>
                  </a:lnTo>
                  <a:cubicBezTo>
                    <a:pt x="3677" y="59"/>
                    <a:pt x="3597" y="1"/>
                    <a:pt x="3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54;p49">
              <a:extLst>
                <a:ext uri="{FF2B5EF4-FFF2-40B4-BE49-F238E27FC236}">
                  <a16:creationId xmlns:a16="http://schemas.microsoft.com/office/drawing/2014/main" id="{16DBF0FE-BCE0-4989-5206-B4C3FDDE8C66}"/>
                </a:ext>
              </a:extLst>
            </p:cNvPr>
            <p:cNvSpPr/>
            <p:nvPr/>
          </p:nvSpPr>
          <p:spPr>
            <a:xfrm flipH="1">
              <a:off x="8619193" y="2272824"/>
              <a:ext cx="1683621" cy="648160"/>
            </a:xfrm>
            <a:custGeom>
              <a:avLst/>
              <a:gdLst/>
              <a:ahLst/>
              <a:cxnLst/>
              <a:rect l="l" t="t" r="r" b="b"/>
              <a:pathLst>
                <a:path w="24087" h="9273" extrusionOk="0">
                  <a:moveTo>
                    <a:pt x="10025" y="0"/>
                  </a:moveTo>
                  <a:cubicBezTo>
                    <a:pt x="8423" y="0"/>
                    <a:pt x="6948" y="307"/>
                    <a:pt x="6884" y="321"/>
                  </a:cubicBezTo>
                  <a:lnTo>
                    <a:pt x="6880" y="321"/>
                  </a:lnTo>
                  <a:lnTo>
                    <a:pt x="5158" y="727"/>
                  </a:lnTo>
                  <a:lnTo>
                    <a:pt x="3866" y="1032"/>
                  </a:lnTo>
                  <a:lnTo>
                    <a:pt x="2507" y="1360"/>
                  </a:lnTo>
                  <a:lnTo>
                    <a:pt x="1779" y="1532"/>
                  </a:lnTo>
                  <a:lnTo>
                    <a:pt x="483" y="1838"/>
                  </a:lnTo>
                  <a:lnTo>
                    <a:pt x="0" y="2728"/>
                  </a:lnTo>
                  <a:lnTo>
                    <a:pt x="0" y="9272"/>
                  </a:lnTo>
                  <a:lnTo>
                    <a:pt x="1951" y="8803"/>
                  </a:lnTo>
                  <a:lnTo>
                    <a:pt x="3488" y="8431"/>
                  </a:lnTo>
                  <a:lnTo>
                    <a:pt x="3673" y="8387"/>
                  </a:lnTo>
                  <a:lnTo>
                    <a:pt x="5662" y="7905"/>
                  </a:lnTo>
                  <a:lnTo>
                    <a:pt x="6151" y="7789"/>
                  </a:lnTo>
                  <a:lnTo>
                    <a:pt x="8384" y="7250"/>
                  </a:lnTo>
                  <a:lnTo>
                    <a:pt x="8865" y="7133"/>
                  </a:lnTo>
                  <a:cubicBezTo>
                    <a:pt x="10178" y="7796"/>
                    <a:pt x="11359" y="8051"/>
                    <a:pt x="12397" y="8051"/>
                  </a:cubicBezTo>
                  <a:cubicBezTo>
                    <a:pt x="13244" y="8051"/>
                    <a:pt x="13997" y="7881"/>
                    <a:pt x="14651" y="7626"/>
                  </a:cubicBezTo>
                  <a:cubicBezTo>
                    <a:pt x="15353" y="7350"/>
                    <a:pt x="15940" y="6981"/>
                    <a:pt x="16403" y="6611"/>
                  </a:cubicBezTo>
                  <a:cubicBezTo>
                    <a:pt x="16629" y="6435"/>
                    <a:pt x="16825" y="6259"/>
                    <a:pt x="16994" y="6096"/>
                  </a:cubicBezTo>
                  <a:cubicBezTo>
                    <a:pt x="17147" y="5948"/>
                    <a:pt x="17273" y="5813"/>
                    <a:pt x="17377" y="5693"/>
                  </a:cubicBezTo>
                  <a:cubicBezTo>
                    <a:pt x="17595" y="5445"/>
                    <a:pt x="17705" y="5282"/>
                    <a:pt x="17705" y="5282"/>
                  </a:cubicBezTo>
                  <a:lnTo>
                    <a:pt x="18499" y="5054"/>
                  </a:lnTo>
                  <a:lnTo>
                    <a:pt x="19186" y="4856"/>
                  </a:lnTo>
                  <a:lnTo>
                    <a:pt x="19771" y="4687"/>
                  </a:lnTo>
                  <a:lnTo>
                    <a:pt x="20197" y="4565"/>
                  </a:lnTo>
                  <a:lnTo>
                    <a:pt x="20328" y="4528"/>
                  </a:lnTo>
                  <a:lnTo>
                    <a:pt x="20615" y="4445"/>
                  </a:lnTo>
                  <a:lnTo>
                    <a:pt x="21282" y="4252"/>
                  </a:lnTo>
                  <a:lnTo>
                    <a:pt x="21793" y="4106"/>
                  </a:lnTo>
                  <a:lnTo>
                    <a:pt x="22448" y="3919"/>
                  </a:lnTo>
                  <a:cubicBezTo>
                    <a:pt x="22515" y="3893"/>
                    <a:pt x="22582" y="3867"/>
                    <a:pt x="22645" y="3837"/>
                  </a:cubicBezTo>
                  <a:cubicBezTo>
                    <a:pt x="22706" y="3810"/>
                    <a:pt x="22767" y="3780"/>
                    <a:pt x="22824" y="3747"/>
                  </a:cubicBezTo>
                  <a:cubicBezTo>
                    <a:pt x="23056" y="3615"/>
                    <a:pt x="23263" y="3445"/>
                    <a:pt x="23439" y="3256"/>
                  </a:cubicBezTo>
                  <a:cubicBezTo>
                    <a:pt x="23589" y="3093"/>
                    <a:pt x="23720" y="2910"/>
                    <a:pt x="23820" y="2719"/>
                  </a:cubicBezTo>
                  <a:cubicBezTo>
                    <a:pt x="23917" y="2532"/>
                    <a:pt x="23991" y="2338"/>
                    <a:pt x="24035" y="2143"/>
                  </a:cubicBezTo>
                  <a:lnTo>
                    <a:pt x="24035" y="2141"/>
                  </a:lnTo>
                  <a:cubicBezTo>
                    <a:pt x="24037" y="2128"/>
                    <a:pt x="24041" y="2114"/>
                    <a:pt x="24043" y="2097"/>
                  </a:cubicBezTo>
                  <a:cubicBezTo>
                    <a:pt x="24085" y="1875"/>
                    <a:pt x="24087" y="1649"/>
                    <a:pt x="24043" y="1436"/>
                  </a:cubicBezTo>
                  <a:lnTo>
                    <a:pt x="24043" y="1432"/>
                  </a:lnTo>
                  <a:lnTo>
                    <a:pt x="24043" y="1430"/>
                  </a:lnTo>
                  <a:cubicBezTo>
                    <a:pt x="24039" y="1401"/>
                    <a:pt x="24030" y="1375"/>
                    <a:pt x="24024" y="1349"/>
                  </a:cubicBezTo>
                  <a:cubicBezTo>
                    <a:pt x="24020" y="1334"/>
                    <a:pt x="24017" y="1317"/>
                    <a:pt x="24011" y="1301"/>
                  </a:cubicBezTo>
                  <a:cubicBezTo>
                    <a:pt x="23989" y="1225"/>
                    <a:pt x="23959" y="1153"/>
                    <a:pt x="23924" y="1084"/>
                  </a:cubicBezTo>
                  <a:cubicBezTo>
                    <a:pt x="23924" y="1084"/>
                    <a:pt x="23678" y="494"/>
                    <a:pt x="22585" y="494"/>
                  </a:cubicBezTo>
                  <a:cubicBezTo>
                    <a:pt x="22542" y="494"/>
                    <a:pt x="22497" y="495"/>
                    <a:pt x="22452" y="497"/>
                  </a:cubicBezTo>
                  <a:cubicBezTo>
                    <a:pt x="22315" y="501"/>
                    <a:pt x="22171" y="516"/>
                    <a:pt x="22011" y="540"/>
                  </a:cubicBezTo>
                  <a:lnTo>
                    <a:pt x="21295" y="610"/>
                  </a:lnTo>
                  <a:lnTo>
                    <a:pt x="20984" y="640"/>
                  </a:lnTo>
                  <a:lnTo>
                    <a:pt x="20138" y="725"/>
                  </a:lnTo>
                  <a:lnTo>
                    <a:pt x="19627" y="777"/>
                  </a:lnTo>
                  <a:lnTo>
                    <a:pt x="18980" y="838"/>
                  </a:lnTo>
                  <a:lnTo>
                    <a:pt x="17823" y="953"/>
                  </a:lnTo>
                  <a:lnTo>
                    <a:pt x="17021" y="1032"/>
                  </a:lnTo>
                  <a:lnTo>
                    <a:pt x="16325" y="1099"/>
                  </a:lnTo>
                  <a:lnTo>
                    <a:pt x="16292" y="1103"/>
                  </a:lnTo>
                  <a:lnTo>
                    <a:pt x="15859" y="1147"/>
                  </a:lnTo>
                  <a:lnTo>
                    <a:pt x="15703" y="1162"/>
                  </a:lnTo>
                  <a:lnTo>
                    <a:pt x="15344" y="1197"/>
                  </a:lnTo>
                  <a:cubicBezTo>
                    <a:pt x="15344" y="1197"/>
                    <a:pt x="14303" y="836"/>
                    <a:pt x="12159" y="245"/>
                  </a:cubicBezTo>
                  <a:cubicBezTo>
                    <a:pt x="11501" y="63"/>
                    <a:pt x="10750" y="0"/>
                    <a:pt x="10025" y="0"/>
                  </a:cubicBezTo>
                  <a:close/>
                </a:path>
              </a:pathLst>
            </a:custGeom>
            <a:solidFill>
              <a:srgbClr val="FFD7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55;p49">
              <a:extLst>
                <a:ext uri="{FF2B5EF4-FFF2-40B4-BE49-F238E27FC236}">
                  <a16:creationId xmlns:a16="http://schemas.microsoft.com/office/drawing/2014/main" id="{666EA19E-0B49-CFAB-2A9D-EE775A2F2C25}"/>
                </a:ext>
              </a:extLst>
            </p:cNvPr>
            <p:cNvSpPr/>
            <p:nvPr/>
          </p:nvSpPr>
          <p:spPr>
            <a:xfrm flipH="1">
              <a:off x="9872805" y="2324059"/>
              <a:ext cx="430009" cy="596925"/>
            </a:xfrm>
            <a:custGeom>
              <a:avLst/>
              <a:gdLst/>
              <a:ahLst/>
              <a:cxnLst/>
              <a:rect l="l" t="t" r="r" b="b"/>
              <a:pathLst>
                <a:path w="6152" h="8540" extrusionOk="0">
                  <a:moveTo>
                    <a:pt x="5149" y="1"/>
                  </a:moveTo>
                  <a:lnTo>
                    <a:pt x="3857" y="307"/>
                  </a:lnTo>
                  <a:lnTo>
                    <a:pt x="2507" y="627"/>
                  </a:lnTo>
                  <a:lnTo>
                    <a:pt x="1779" y="799"/>
                  </a:lnTo>
                  <a:lnTo>
                    <a:pt x="483" y="1105"/>
                  </a:lnTo>
                  <a:lnTo>
                    <a:pt x="0" y="1995"/>
                  </a:lnTo>
                  <a:lnTo>
                    <a:pt x="0" y="8539"/>
                  </a:lnTo>
                  <a:lnTo>
                    <a:pt x="1948" y="8070"/>
                  </a:lnTo>
                  <a:lnTo>
                    <a:pt x="3488" y="7698"/>
                  </a:lnTo>
                  <a:lnTo>
                    <a:pt x="3673" y="7654"/>
                  </a:lnTo>
                  <a:lnTo>
                    <a:pt x="5662" y="7172"/>
                  </a:lnTo>
                  <a:lnTo>
                    <a:pt x="6151" y="7056"/>
                  </a:lnTo>
                  <a:lnTo>
                    <a:pt x="5608" y="3225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rgbClr val="FAA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56;p49">
              <a:extLst>
                <a:ext uri="{FF2B5EF4-FFF2-40B4-BE49-F238E27FC236}">
                  <a16:creationId xmlns:a16="http://schemas.microsoft.com/office/drawing/2014/main" id="{490851C7-4C76-EADC-6B82-F8CBFA94A437}"/>
                </a:ext>
              </a:extLst>
            </p:cNvPr>
            <p:cNvSpPr/>
            <p:nvPr/>
          </p:nvSpPr>
          <p:spPr>
            <a:xfrm flipH="1">
              <a:off x="9683170" y="2638039"/>
              <a:ext cx="108900" cy="141612"/>
            </a:xfrm>
            <a:custGeom>
              <a:avLst/>
              <a:gdLst/>
              <a:ahLst/>
              <a:cxnLst/>
              <a:rect l="l" t="t" r="r" b="b"/>
              <a:pathLst>
                <a:path w="1558" h="2026" extrusionOk="0">
                  <a:moveTo>
                    <a:pt x="1" y="1"/>
                  </a:moveTo>
                  <a:cubicBezTo>
                    <a:pt x="1" y="36"/>
                    <a:pt x="25" y="1047"/>
                    <a:pt x="1077" y="2025"/>
                  </a:cubicBezTo>
                  <a:lnTo>
                    <a:pt x="1558" y="1908"/>
                  </a:lnTo>
                  <a:cubicBezTo>
                    <a:pt x="1558" y="1908"/>
                    <a:pt x="399" y="1166"/>
                    <a:pt x="1" y="1"/>
                  </a:cubicBezTo>
                  <a:close/>
                </a:path>
              </a:pathLst>
            </a:custGeom>
            <a:solidFill>
              <a:srgbClr val="FAAA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57;p49">
              <a:extLst>
                <a:ext uri="{FF2B5EF4-FFF2-40B4-BE49-F238E27FC236}">
                  <a16:creationId xmlns:a16="http://schemas.microsoft.com/office/drawing/2014/main" id="{E7C92D1D-2C77-EE35-DFB2-9BA7F6291852}"/>
                </a:ext>
              </a:extLst>
            </p:cNvPr>
            <p:cNvSpPr/>
            <p:nvPr/>
          </p:nvSpPr>
          <p:spPr>
            <a:xfrm flipH="1">
              <a:off x="9891397" y="2303999"/>
              <a:ext cx="395340" cy="654520"/>
            </a:xfrm>
            <a:custGeom>
              <a:avLst/>
              <a:gdLst/>
              <a:ahLst/>
              <a:cxnLst/>
              <a:rect l="l" t="t" r="r" b="b"/>
              <a:pathLst>
                <a:path w="5656" h="9364" extrusionOk="0">
                  <a:moveTo>
                    <a:pt x="3473" y="1"/>
                  </a:moveTo>
                  <a:lnTo>
                    <a:pt x="2171" y="288"/>
                  </a:lnTo>
                  <a:lnTo>
                    <a:pt x="1392" y="462"/>
                  </a:lnTo>
                  <a:lnTo>
                    <a:pt x="670" y="618"/>
                  </a:lnTo>
                  <a:lnTo>
                    <a:pt x="1" y="1860"/>
                  </a:lnTo>
                  <a:lnTo>
                    <a:pt x="744" y="4673"/>
                  </a:lnTo>
                  <a:lnTo>
                    <a:pt x="1718" y="8357"/>
                  </a:lnTo>
                  <a:lnTo>
                    <a:pt x="1986" y="9363"/>
                  </a:lnTo>
                  <a:lnTo>
                    <a:pt x="3493" y="8933"/>
                  </a:lnTo>
                  <a:lnTo>
                    <a:pt x="3603" y="8900"/>
                  </a:lnTo>
                  <a:lnTo>
                    <a:pt x="5656" y="8313"/>
                  </a:lnTo>
                  <a:lnTo>
                    <a:pt x="5432" y="7459"/>
                  </a:lnTo>
                  <a:lnTo>
                    <a:pt x="4454" y="3745"/>
                  </a:lnTo>
                  <a:lnTo>
                    <a:pt x="3627" y="594"/>
                  </a:lnTo>
                  <a:lnTo>
                    <a:pt x="3473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58;p49">
              <a:extLst>
                <a:ext uri="{FF2B5EF4-FFF2-40B4-BE49-F238E27FC236}">
                  <a16:creationId xmlns:a16="http://schemas.microsoft.com/office/drawing/2014/main" id="{13EECD07-F5F7-DC94-DD6D-F3F7562A5FA5}"/>
                </a:ext>
              </a:extLst>
            </p:cNvPr>
            <p:cNvSpPr/>
            <p:nvPr/>
          </p:nvSpPr>
          <p:spPr>
            <a:xfrm flipH="1">
              <a:off x="10017632" y="2306725"/>
              <a:ext cx="284902" cy="804380"/>
            </a:xfrm>
            <a:custGeom>
              <a:avLst/>
              <a:gdLst/>
              <a:ahLst/>
              <a:cxnLst/>
              <a:rect l="l" t="t" r="r" b="b"/>
              <a:pathLst>
                <a:path w="4076" h="11508" extrusionOk="0">
                  <a:moveTo>
                    <a:pt x="1516" y="1"/>
                  </a:moveTo>
                  <a:lnTo>
                    <a:pt x="1" y="284"/>
                  </a:lnTo>
                  <a:lnTo>
                    <a:pt x="1" y="11507"/>
                  </a:lnTo>
                  <a:lnTo>
                    <a:pt x="709" y="11301"/>
                  </a:lnTo>
                  <a:lnTo>
                    <a:pt x="1957" y="10938"/>
                  </a:lnTo>
                  <a:lnTo>
                    <a:pt x="4075" y="10320"/>
                  </a:lnTo>
                  <a:lnTo>
                    <a:pt x="3719" y="8894"/>
                  </a:lnTo>
                  <a:lnTo>
                    <a:pt x="3484" y="7948"/>
                  </a:lnTo>
                  <a:lnTo>
                    <a:pt x="2564" y="4239"/>
                  </a:lnTo>
                  <a:lnTo>
                    <a:pt x="1775" y="1047"/>
                  </a:lnTo>
                  <a:lnTo>
                    <a:pt x="1620" y="423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3B4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59;p49">
              <a:extLst>
                <a:ext uri="{FF2B5EF4-FFF2-40B4-BE49-F238E27FC236}">
                  <a16:creationId xmlns:a16="http://schemas.microsoft.com/office/drawing/2014/main" id="{A2397FB4-0DAD-75A0-53DF-A29CF6F452B3}"/>
                </a:ext>
              </a:extLst>
            </p:cNvPr>
            <p:cNvSpPr/>
            <p:nvPr/>
          </p:nvSpPr>
          <p:spPr>
            <a:xfrm flipH="1">
              <a:off x="10145148" y="2888059"/>
              <a:ext cx="123229" cy="112465"/>
            </a:xfrm>
            <a:custGeom>
              <a:avLst/>
              <a:gdLst/>
              <a:ahLst/>
              <a:cxnLst/>
              <a:rect l="l" t="t" r="r" b="b"/>
              <a:pathLst>
                <a:path w="1763" h="1609" extrusionOk="0">
                  <a:moveTo>
                    <a:pt x="878" y="0"/>
                  </a:moveTo>
                  <a:cubicBezTo>
                    <a:pt x="510" y="0"/>
                    <a:pt x="179" y="256"/>
                    <a:pt x="97" y="631"/>
                  </a:cubicBezTo>
                  <a:cubicBezTo>
                    <a:pt x="1" y="1066"/>
                    <a:pt x="275" y="1492"/>
                    <a:pt x="708" y="1590"/>
                  </a:cubicBezTo>
                  <a:cubicBezTo>
                    <a:pt x="766" y="1603"/>
                    <a:pt x="824" y="1609"/>
                    <a:pt x="882" y="1609"/>
                  </a:cubicBezTo>
                  <a:cubicBezTo>
                    <a:pt x="1251" y="1609"/>
                    <a:pt x="1582" y="1353"/>
                    <a:pt x="1666" y="979"/>
                  </a:cubicBezTo>
                  <a:cubicBezTo>
                    <a:pt x="1762" y="544"/>
                    <a:pt x="1488" y="116"/>
                    <a:pt x="1055" y="20"/>
                  </a:cubicBezTo>
                  <a:cubicBezTo>
                    <a:pt x="996" y="7"/>
                    <a:pt x="937" y="0"/>
                    <a:pt x="878" y="0"/>
                  </a:cubicBezTo>
                  <a:close/>
                </a:path>
              </a:pathLst>
            </a:custGeom>
            <a:solidFill>
              <a:srgbClr val="AAC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325695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 Acquisition Infographics by Slidesgo">
  <a:themeElements>
    <a:clrScheme name="Simple Light">
      <a:dk1>
        <a:srgbClr val="000000"/>
      </a:dk1>
      <a:lt1>
        <a:srgbClr val="FFFFFF"/>
      </a:lt1>
      <a:dk2>
        <a:srgbClr val="3B499B"/>
      </a:dk2>
      <a:lt2>
        <a:srgbClr val="6E7DC3"/>
      </a:lt2>
      <a:accent1>
        <a:srgbClr val="9599E9"/>
      </a:accent1>
      <a:accent2>
        <a:srgbClr val="AAC1EC"/>
      </a:accent2>
      <a:accent3>
        <a:srgbClr val="FCA497"/>
      </a:accent3>
      <a:accent4>
        <a:srgbClr val="F7735E"/>
      </a:accent4>
      <a:accent5>
        <a:srgbClr val="BD4120"/>
      </a:accent5>
      <a:accent6>
        <a:srgbClr val="E7E7E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505</Words>
  <Application>Microsoft Office PowerPoint</Application>
  <PresentationFormat>On-screen Show (16:9)</PresentationFormat>
  <Paragraphs>77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Fira Sans Extra Condensed SemiBold</vt:lpstr>
      <vt:lpstr>Century Gothic</vt:lpstr>
      <vt:lpstr>Fira Sans Extra Condensed</vt:lpstr>
      <vt:lpstr>Roboto</vt:lpstr>
      <vt:lpstr>Arial</vt:lpstr>
      <vt:lpstr>Wingdings</vt:lpstr>
      <vt:lpstr>Customer Acquisition Infographics by Slidesgo</vt:lpstr>
      <vt:lpstr>Customer Churn Analysis</vt:lpstr>
      <vt:lpstr> Business  Objectives</vt:lpstr>
      <vt:lpstr>Executive Overview </vt:lpstr>
      <vt:lpstr>Key Insights</vt:lpstr>
      <vt:lpstr>Root Cause Analysis</vt:lpstr>
      <vt:lpstr>Key Findings From Churn Analysis</vt:lpstr>
      <vt:lpstr>Key Risks &amp; Opportunities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sahana s</dc:creator>
  <cp:lastModifiedBy>sahana srinivasa</cp:lastModifiedBy>
  <cp:revision>2</cp:revision>
  <dcterms:modified xsi:type="dcterms:W3CDTF">2026-08-01T13:58:22Z</dcterms:modified>
</cp:coreProperties>
</file>